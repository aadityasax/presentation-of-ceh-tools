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20"/>
  </p:notesMasterIdLst>
  <p:handoutMasterIdLst>
    <p:handoutMasterId r:id="rId21"/>
  </p:handoutMasterIdLst>
  <p:sldIdLst>
    <p:sldId id="256" r:id="rId5"/>
    <p:sldId id="257" r:id="rId6"/>
    <p:sldId id="258" r:id="rId7"/>
    <p:sldId id="259" r:id="rId8"/>
    <p:sldId id="260" r:id="rId9"/>
    <p:sldId id="261" r:id="rId10"/>
    <p:sldId id="262" r:id="rId11"/>
    <p:sldId id="266" r:id="rId12"/>
    <p:sldId id="267" r:id="rId13"/>
    <p:sldId id="268" r:id="rId14"/>
    <p:sldId id="269" r:id="rId15"/>
    <p:sldId id="270" r:id="rId16"/>
    <p:sldId id="271" r:id="rId17"/>
    <p:sldId id="272" r:id="rId18"/>
    <p:sldId id="265" r:id="rId1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7"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1E4"/>
    <a:srgbClr val="B8D3E8"/>
    <a:srgbClr val="197DCE"/>
    <a:srgbClr val="BC7FBB"/>
    <a:srgbClr val="7FC6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291" autoAdjust="0"/>
  </p:normalViewPr>
  <p:slideViewPr>
    <p:cSldViewPr snapToGrid="0" showGuides="1">
      <p:cViewPr varScale="1">
        <p:scale>
          <a:sx n="92" d="100"/>
          <a:sy n="92" d="100"/>
        </p:scale>
        <p:origin x="498" y="90"/>
      </p:cViewPr>
      <p:guideLst>
        <p:guide pos="3840"/>
        <p:guide orient="horz" pos="2160"/>
      </p:guideLst>
    </p:cSldViewPr>
  </p:slideViewPr>
  <p:notesTextViewPr>
    <p:cViewPr>
      <p:scale>
        <a:sx n="1" d="1"/>
        <a:sy n="1" d="1"/>
      </p:scale>
      <p:origin x="0" y="0"/>
    </p:cViewPr>
  </p:notesTextViewPr>
  <p:notesViewPr>
    <p:cSldViewPr snapToGrid="0" showGuides="1">
      <p:cViewPr varScale="1">
        <p:scale>
          <a:sx n="99" d="100"/>
          <a:sy n="99" d="100"/>
        </p:scale>
        <p:origin x="4416"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939FB0DB-6E14-4D38-930B-E188F6E13C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dirty="0"/>
          </a:p>
        </p:txBody>
      </p:sp>
      <p:sp>
        <p:nvSpPr>
          <p:cNvPr id="3" name="Date Placeholder 2">
            <a:extLst>
              <a:ext uri="{FF2B5EF4-FFF2-40B4-BE49-F238E27FC236}">
                <a16:creationId xmlns:a16="http://schemas.microsoft.com/office/drawing/2014/main" xmlns="" id="{F6DB5971-2675-487B-9E88-02DB3F19D0B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E88B8F3-31C2-4698-B74C-D5D76CFD8ACD}" type="datetimeFigureOut">
              <a:rPr lang="ru-RU" smtClean="0"/>
              <a:t>24.03.2023</a:t>
            </a:fld>
            <a:endParaRPr lang="ru-RU" dirty="0"/>
          </a:p>
        </p:txBody>
      </p:sp>
      <p:sp>
        <p:nvSpPr>
          <p:cNvPr id="4" name="Footer Placeholder 3">
            <a:extLst>
              <a:ext uri="{FF2B5EF4-FFF2-40B4-BE49-F238E27FC236}">
                <a16:creationId xmlns:a16="http://schemas.microsoft.com/office/drawing/2014/main" xmlns="" id="{D98F2125-3128-41A1-8437-EB29536F4DF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dirty="0"/>
          </a:p>
        </p:txBody>
      </p:sp>
      <p:sp>
        <p:nvSpPr>
          <p:cNvPr id="5" name="Slide Number Placeholder 4">
            <a:extLst>
              <a:ext uri="{FF2B5EF4-FFF2-40B4-BE49-F238E27FC236}">
                <a16:creationId xmlns:a16="http://schemas.microsoft.com/office/drawing/2014/main" xmlns="" id="{4663736B-7E4B-4A53-8310-E0970E67F8A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A4B18F8-B739-4178-8D2D-879F4A27DC29}" type="slidenum">
              <a:rPr lang="ru-RU" smtClean="0"/>
              <a:t>‹#›</a:t>
            </a:fld>
            <a:endParaRPr lang="ru-RU" dirty="0"/>
          </a:p>
        </p:txBody>
      </p:sp>
    </p:spTree>
    <p:extLst>
      <p:ext uri="{BB962C8B-B14F-4D97-AF65-F5344CB8AC3E}">
        <p14:creationId xmlns:p14="http://schemas.microsoft.com/office/powerpoint/2010/main" val="24929070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00EB3D-2307-4317-8A1D-B47FA45245F0}" type="datetimeFigureOut">
              <a:rPr lang="ru-RU" smtClean="0"/>
              <a:t>24.03.2023</a:t>
            </a:fld>
            <a:endParaRPr lang="ru-R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D78A92-0141-4330-8F3E-FAADFAC23844}" type="slidenum">
              <a:rPr lang="ru-RU" smtClean="0"/>
              <a:t>‹#›</a:t>
            </a:fld>
            <a:endParaRPr lang="ru-RU" dirty="0"/>
          </a:p>
        </p:txBody>
      </p:sp>
    </p:spTree>
    <p:extLst>
      <p:ext uri="{BB962C8B-B14F-4D97-AF65-F5344CB8AC3E}">
        <p14:creationId xmlns:p14="http://schemas.microsoft.com/office/powerpoint/2010/main" val="1748887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xmlns="" id="{5230445E-A660-448A-B4DC-782AD0E5DA6F}"/>
              </a:ext>
            </a:extLst>
          </p:cNvPr>
          <p:cNvSpPr>
            <a:spLocks noGrp="1"/>
          </p:cNvSpPr>
          <p:nvPr>
            <p:ph type="pic" sz="quarter" idx="22"/>
          </p:nvPr>
        </p:nvSpPr>
        <p:spPr>
          <a:xfrm>
            <a:off x="3033191" y="0"/>
            <a:ext cx="9155634" cy="6858000"/>
          </a:xfrm>
          <a:custGeom>
            <a:avLst/>
            <a:gdLst>
              <a:gd name="connsiteX0" fmla="*/ 6450330 w 8969375"/>
              <a:gd name="connsiteY0" fmla="*/ 3511550 h 6858000"/>
              <a:gd name="connsiteX1" fmla="*/ 8969375 w 8969375"/>
              <a:gd name="connsiteY1" fmla="*/ 3511550 h 6858000"/>
              <a:gd name="connsiteX2" fmla="*/ 8969375 w 8969375"/>
              <a:gd name="connsiteY2" fmla="*/ 6858000 h 6858000"/>
              <a:gd name="connsiteX3" fmla="*/ 5010150 w 8969375"/>
              <a:gd name="connsiteY3" fmla="*/ 6858000 h 6858000"/>
              <a:gd name="connsiteX4" fmla="*/ 1915160 w 8969375"/>
              <a:gd name="connsiteY4" fmla="*/ 3511550 h 6858000"/>
              <a:gd name="connsiteX5" fmla="*/ 3404870 w 8969375"/>
              <a:gd name="connsiteY5" fmla="*/ 3511550 h 6858000"/>
              <a:gd name="connsiteX6" fmla="*/ 1964690 w 8969375"/>
              <a:gd name="connsiteY6" fmla="*/ 6858000 h 6858000"/>
              <a:gd name="connsiteX7" fmla="*/ 474980 w 8969375"/>
              <a:gd name="connsiteY7" fmla="*/ 6858000 h 6858000"/>
              <a:gd name="connsiteX8" fmla="*/ 7961630 w 8969375"/>
              <a:gd name="connsiteY8" fmla="*/ 0 h 6858000"/>
              <a:gd name="connsiteX9" fmla="*/ 8969375 w 8969375"/>
              <a:gd name="connsiteY9" fmla="*/ 0 h 6858000"/>
              <a:gd name="connsiteX10" fmla="*/ 8969375 w 8969375"/>
              <a:gd name="connsiteY10" fmla="*/ 3346450 h 6858000"/>
              <a:gd name="connsiteX11" fmla="*/ 6521450 w 8969375"/>
              <a:gd name="connsiteY11" fmla="*/ 3346450 h 6858000"/>
              <a:gd name="connsiteX12" fmla="*/ 5163820 w 8969375"/>
              <a:gd name="connsiteY12" fmla="*/ 0 h 6858000"/>
              <a:gd name="connsiteX13" fmla="*/ 7726680 w 8969375"/>
              <a:gd name="connsiteY13" fmla="*/ 0 h 6858000"/>
              <a:gd name="connsiteX14" fmla="*/ 4775200 w 8969375"/>
              <a:gd name="connsiteY14" fmla="*/ 6858000 h 6858000"/>
              <a:gd name="connsiteX15" fmla="*/ 2213610 w 8969375"/>
              <a:gd name="connsiteY15" fmla="*/ 6858000 h 6858000"/>
              <a:gd name="connsiteX16" fmla="*/ 3426460 w 8969375"/>
              <a:gd name="connsiteY16" fmla="*/ 0 h 6858000"/>
              <a:gd name="connsiteX17" fmla="*/ 4916170 w 8969375"/>
              <a:gd name="connsiteY17" fmla="*/ 0 h 6858000"/>
              <a:gd name="connsiteX18" fmla="*/ 3475990 w 8969375"/>
              <a:gd name="connsiteY18" fmla="*/ 3346450 h 6858000"/>
              <a:gd name="connsiteX19" fmla="*/ 1986280 w 8969375"/>
              <a:gd name="connsiteY19" fmla="*/ 3346450 h 6858000"/>
              <a:gd name="connsiteX20" fmla="*/ 0 w 8969375"/>
              <a:gd name="connsiteY20" fmla="*/ 0 h 6858000"/>
              <a:gd name="connsiteX21" fmla="*/ 3195320 w 8969375"/>
              <a:gd name="connsiteY21" fmla="*/ 0 h 6858000"/>
              <a:gd name="connsiteX22" fmla="*/ 243840 w 8969375"/>
              <a:gd name="connsiteY22" fmla="*/ 6858000 h 6858000"/>
              <a:gd name="connsiteX23" fmla="*/ 0 w 8969375"/>
              <a:gd name="connsiteY23" fmla="*/ 6858000 h 6858000"/>
              <a:gd name="connsiteX0" fmla="*/ 6604567 w 9123612"/>
              <a:gd name="connsiteY0" fmla="*/ 3511550 h 6858000"/>
              <a:gd name="connsiteX1" fmla="*/ 9123612 w 9123612"/>
              <a:gd name="connsiteY1" fmla="*/ 3511550 h 6858000"/>
              <a:gd name="connsiteX2" fmla="*/ 9123612 w 9123612"/>
              <a:gd name="connsiteY2" fmla="*/ 6858000 h 6858000"/>
              <a:gd name="connsiteX3" fmla="*/ 5164387 w 9123612"/>
              <a:gd name="connsiteY3" fmla="*/ 6858000 h 6858000"/>
              <a:gd name="connsiteX4" fmla="*/ 6604567 w 9123612"/>
              <a:gd name="connsiteY4" fmla="*/ 3511550 h 6858000"/>
              <a:gd name="connsiteX5" fmla="*/ 2069397 w 9123612"/>
              <a:gd name="connsiteY5" fmla="*/ 3511550 h 6858000"/>
              <a:gd name="connsiteX6" fmla="*/ 3559107 w 9123612"/>
              <a:gd name="connsiteY6" fmla="*/ 3511550 h 6858000"/>
              <a:gd name="connsiteX7" fmla="*/ 2118927 w 9123612"/>
              <a:gd name="connsiteY7" fmla="*/ 6858000 h 6858000"/>
              <a:gd name="connsiteX8" fmla="*/ 629217 w 9123612"/>
              <a:gd name="connsiteY8" fmla="*/ 6858000 h 6858000"/>
              <a:gd name="connsiteX9" fmla="*/ 2069397 w 9123612"/>
              <a:gd name="connsiteY9" fmla="*/ 3511550 h 6858000"/>
              <a:gd name="connsiteX10" fmla="*/ 8115867 w 9123612"/>
              <a:gd name="connsiteY10" fmla="*/ 0 h 6858000"/>
              <a:gd name="connsiteX11" fmla="*/ 9123612 w 9123612"/>
              <a:gd name="connsiteY11" fmla="*/ 0 h 6858000"/>
              <a:gd name="connsiteX12" fmla="*/ 9123612 w 9123612"/>
              <a:gd name="connsiteY12" fmla="*/ 3346450 h 6858000"/>
              <a:gd name="connsiteX13" fmla="*/ 6675687 w 9123612"/>
              <a:gd name="connsiteY13" fmla="*/ 3346450 h 6858000"/>
              <a:gd name="connsiteX14" fmla="*/ 8115867 w 9123612"/>
              <a:gd name="connsiteY14" fmla="*/ 0 h 6858000"/>
              <a:gd name="connsiteX15" fmla="*/ 5318057 w 9123612"/>
              <a:gd name="connsiteY15" fmla="*/ 0 h 6858000"/>
              <a:gd name="connsiteX16" fmla="*/ 7880917 w 9123612"/>
              <a:gd name="connsiteY16" fmla="*/ 0 h 6858000"/>
              <a:gd name="connsiteX17" fmla="*/ 4929437 w 9123612"/>
              <a:gd name="connsiteY17" fmla="*/ 6858000 h 6858000"/>
              <a:gd name="connsiteX18" fmla="*/ 2367847 w 9123612"/>
              <a:gd name="connsiteY18" fmla="*/ 6858000 h 6858000"/>
              <a:gd name="connsiteX19" fmla="*/ 5318057 w 9123612"/>
              <a:gd name="connsiteY19" fmla="*/ 0 h 6858000"/>
              <a:gd name="connsiteX20" fmla="*/ 3580697 w 9123612"/>
              <a:gd name="connsiteY20" fmla="*/ 0 h 6858000"/>
              <a:gd name="connsiteX21" fmla="*/ 5070407 w 9123612"/>
              <a:gd name="connsiteY21" fmla="*/ 0 h 6858000"/>
              <a:gd name="connsiteX22" fmla="*/ 3630227 w 9123612"/>
              <a:gd name="connsiteY22" fmla="*/ 3346450 h 6858000"/>
              <a:gd name="connsiteX23" fmla="*/ 2140517 w 9123612"/>
              <a:gd name="connsiteY23" fmla="*/ 3346450 h 6858000"/>
              <a:gd name="connsiteX24" fmla="*/ 3580697 w 9123612"/>
              <a:gd name="connsiteY24" fmla="*/ 0 h 6858000"/>
              <a:gd name="connsiteX25" fmla="*/ 154237 w 9123612"/>
              <a:gd name="connsiteY25" fmla="*/ 0 h 6858000"/>
              <a:gd name="connsiteX26" fmla="*/ 3349557 w 9123612"/>
              <a:gd name="connsiteY26" fmla="*/ 0 h 6858000"/>
              <a:gd name="connsiteX27" fmla="*/ 398077 w 9123612"/>
              <a:gd name="connsiteY27" fmla="*/ 6858000 h 6858000"/>
              <a:gd name="connsiteX28" fmla="*/ 0 w 9123612"/>
              <a:gd name="connsiteY28" fmla="*/ 6858000 h 6858000"/>
              <a:gd name="connsiteX29" fmla="*/ 154237 w 9123612"/>
              <a:gd name="connsiteY29" fmla="*/ 0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186259 w 9155634"/>
              <a:gd name="connsiteY25" fmla="*/ 0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186259 w 9155634"/>
              <a:gd name="connsiteY29" fmla="*/ 0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2054197 w 9155634"/>
              <a:gd name="connsiteY25" fmla="*/ 3558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2054197 w 9155634"/>
              <a:gd name="connsiteY29" fmla="*/ 3558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2954365 w 9155634"/>
              <a:gd name="connsiteY25" fmla="*/ 3558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2954365 w 9155634"/>
              <a:gd name="connsiteY29" fmla="*/ 3558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2954365 w 9155634"/>
              <a:gd name="connsiteY25" fmla="*/ 3558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2954365 w 9155634"/>
              <a:gd name="connsiteY29" fmla="*/ 3558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2947249 w 9155634"/>
              <a:gd name="connsiteY25" fmla="*/ 0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2947249 w 9155634"/>
              <a:gd name="connsiteY29" fmla="*/ 0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2947249 w 9155634"/>
              <a:gd name="connsiteY25" fmla="*/ 0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2947249 w 9155634"/>
              <a:gd name="connsiteY2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155634" h="6858000">
                <a:moveTo>
                  <a:pt x="6636589" y="3511550"/>
                </a:moveTo>
                <a:lnTo>
                  <a:pt x="9155634" y="3511550"/>
                </a:lnTo>
                <a:lnTo>
                  <a:pt x="9155634" y="6858000"/>
                </a:lnTo>
                <a:lnTo>
                  <a:pt x="5196409" y="6858000"/>
                </a:lnTo>
                <a:lnTo>
                  <a:pt x="6636589" y="3511550"/>
                </a:lnTo>
                <a:close/>
                <a:moveTo>
                  <a:pt x="2101419" y="3511550"/>
                </a:moveTo>
                <a:lnTo>
                  <a:pt x="3591129" y="3511550"/>
                </a:lnTo>
                <a:lnTo>
                  <a:pt x="2150949" y="6858000"/>
                </a:lnTo>
                <a:lnTo>
                  <a:pt x="661239" y="6858000"/>
                </a:lnTo>
                <a:lnTo>
                  <a:pt x="2101419" y="3511550"/>
                </a:lnTo>
                <a:close/>
                <a:moveTo>
                  <a:pt x="8147889" y="0"/>
                </a:moveTo>
                <a:lnTo>
                  <a:pt x="9155634" y="0"/>
                </a:lnTo>
                <a:lnTo>
                  <a:pt x="9155634" y="3346450"/>
                </a:lnTo>
                <a:lnTo>
                  <a:pt x="6707709" y="3346450"/>
                </a:lnTo>
                <a:lnTo>
                  <a:pt x="8147889" y="0"/>
                </a:lnTo>
                <a:close/>
                <a:moveTo>
                  <a:pt x="5350079" y="0"/>
                </a:moveTo>
                <a:lnTo>
                  <a:pt x="7912939" y="0"/>
                </a:lnTo>
                <a:lnTo>
                  <a:pt x="4961459" y="6858000"/>
                </a:lnTo>
                <a:lnTo>
                  <a:pt x="2399869" y="6858000"/>
                </a:lnTo>
                <a:lnTo>
                  <a:pt x="5350079" y="0"/>
                </a:lnTo>
                <a:close/>
                <a:moveTo>
                  <a:pt x="3612719" y="0"/>
                </a:moveTo>
                <a:lnTo>
                  <a:pt x="5102429" y="0"/>
                </a:lnTo>
                <a:lnTo>
                  <a:pt x="3662249" y="3346450"/>
                </a:lnTo>
                <a:lnTo>
                  <a:pt x="2172539" y="3346450"/>
                </a:lnTo>
                <a:lnTo>
                  <a:pt x="3612719" y="0"/>
                </a:lnTo>
                <a:close/>
                <a:moveTo>
                  <a:pt x="2947249" y="0"/>
                </a:moveTo>
                <a:lnTo>
                  <a:pt x="3381579" y="0"/>
                </a:lnTo>
                <a:lnTo>
                  <a:pt x="430099" y="6858000"/>
                </a:lnTo>
                <a:lnTo>
                  <a:pt x="0" y="6858000"/>
                </a:lnTo>
                <a:lnTo>
                  <a:pt x="2947249" y="0"/>
                </a:lnTo>
                <a:close/>
              </a:path>
            </a:pathLst>
          </a:custGeom>
          <a:solidFill>
            <a:schemeClr val="bg1">
              <a:lumMod val="65000"/>
            </a:schemeClr>
          </a:solidFill>
        </p:spPr>
        <p:txBody>
          <a:bodyPr wrap="square" anchor="ctr" anchorCtr="0">
            <a:noAutofit/>
          </a:bodyPr>
          <a:lstStyle>
            <a:lvl1pPr marL="0" indent="0" algn="ctr">
              <a:buNone/>
              <a:defRPr sz="1400"/>
            </a:lvl1pPr>
          </a:lstStyle>
          <a:p>
            <a:r>
              <a:rPr lang="en-US" smtClean="0"/>
              <a:t>Click icon to add picture</a:t>
            </a:r>
            <a:endParaRPr lang="ru-RU" dirty="0"/>
          </a:p>
        </p:txBody>
      </p:sp>
      <p:sp>
        <p:nvSpPr>
          <p:cNvPr id="22" name="Graphic 19">
            <a:extLst>
              <a:ext uri="{FF2B5EF4-FFF2-40B4-BE49-F238E27FC236}">
                <a16:creationId xmlns:a16="http://schemas.microsoft.com/office/drawing/2014/main" xmlns="" id="{A6B740BD-8499-412C-AE4E-A4AD7F73100E}"/>
              </a:ext>
            </a:extLst>
          </p:cNvPr>
          <p:cNvSpPr/>
          <p:nvPr/>
        </p:nvSpPr>
        <p:spPr>
          <a:xfrm>
            <a:off x="-10852" y="3369468"/>
            <a:ext cx="3722400" cy="144000"/>
          </a:xfrm>
          <a:custGeom>
            <a:avLst/>
            <a:gdLst>
              <a:gd name="connsiteX0" fmla="*/ 7144 w 2800350"/>
              <a:gd name="connsiteY0" fmla="*/ 7144 h 114300"/>
              <a:gd name="connsiteX1" fmla="*/ 7144 w 2800350"/>
              <a:gd name="connsiteY1" fmla="*/ 115729 h 114300"/>
              <a:gd name="connsiteX2" fmla="*/ 2726531 w 2800350"/>
              <a:gd name="connsiteY2" fmla="*/ 115729 h 114300"/>
              <a:gd name="connsiteX3" fmla="*/ 2797969 w 2800350"/>
              <a:gd name="connsiteY3" fmla="*/ 7144 h 114300"/>
            </a:gdLst>
            <a:ahLst/>
            <a:cxnLst>
              <a:cxn ang="0">
                <a:pos x="connsiteX0" y="connsiteY0"/>
              </a:cxn>
              <a:cxn ang="0">
                <a:pos x="connsiteX1" y="connsiteY1"/>
              </a:cxn>
              <a:cxn ang="0">
                <a:pos x="connsiteX2" y="connsiteY2"/>
              </a:cxn>
              <a:cxn ang="0">
                <a:pos x="connsiteX3" y="connsiteY3"/>
              </a:cxn>
            </a:cxnLst>
            <a:rect l="l" t="t" r="r" b="b"/>
            <a:pathLst>
              <a:path w="2800350" h="114300">
                <a:moveTo>
                  <a:pt x="7144" y="7144"/>
                </a:moveTo>
                <a:lnTo>
                  <a:pt x="7144" y="115729"/>
                </a:lnTo>
                <a:lnTo>
                  <a:pt x="2726531" y="115729"/>
                </a:lnTo>
                <a:lnTo>
                  <a:pt x="2797969" y="7144"/>
                </a:lnTo>
                <a:close/>
              </a:path>
            </a:pathLst>
          </a:custGeom>
          <a:solidFill>
            <a:schemeClr val="bg2">
              <a:alpha val="70000"/>
            </a:schemeClr>
          </a:solidFill>
          <a:ln w="9525" cap="flat">
            <a:noFill/>
            <a:prstDash val="solid"/>
            <a:miter/>
          </a:ln>
        </p:spPr>
        <p:txBody>
          <a:bodyPr rtlCol="0" anchor="ctr"/>
          <a:lstStyle/>
          <a:p>
            <a:r>
              <a:rPr lang="en-US" dirty="0"/>
              <a:t> </a:t>
            </a:r>
            <a:endParaRPr lang="ru-RU" dirty="0"/>
          </a:p>
        </p:txBody>
      </p:sp>
      <p:sp>
        <p:nvSpPr>
          <p:cNvPr id="26" name="Title 1">
            <a:extLst>
              <a:ext uri="{FF2B5EF4-FFF2-40B4-BE49-F238E27FC236}">
                <a16:creationId xmlns:a16="http://schemas.microsoft.com/office/drawing/2014/main" xmlns="" id="{310DFD8C-544F-465B-8315-8B3AA8B95790}"/>
              </a:ext>
            </a:extLst>
          </p:cNvPr>
          <p:cNvSpPr>
            <a:spLocks noGrp="1"/>
          </p:cNvSpPr>
          <p:nvPr>
            <p:ph type="title" hasCustomPrompt="1"/>
          </p:nvPr>
        </p:nvSpPr>
        <p:spPr>
          <a:xfrm>
            <a:off x="770021" y="1096344"/>
            <a:ext cx="10510754" cy="2281355"/>
          </a:xfrm>
        </p:spPr>
        <p:txBody>
          <a:bodyPr>
            <a:noAutofit/>
          </a:bodyPr>
          <a:lstStyle>
            <a:lvl1pPr algn="l">
              <a:defRPr sz="7000" b="1">
                <a:solidFill>
                  <a:schemeClr val="bg1"/>
                </a:solidFill>
              </a:defRPr>
            </a:lvl1pPr>
          </a:lstStyle>
          <a:p>
            <a:r>
              <a:rPr lang="en-US" dirty="0"/>
              <a:t>PRESENTATION</a:t>
            </a:r>
            <a:r>
              <a:rPr lang="ru-RU" dirty="0"/>
              <a:t/>
            </a:r>
            <a:br>
              <a:rPr lang="ru-RU" dirty="0"/>
            </a:br>
            <a:r>
              <a:rPr lang="en-US" dirty="0"/>
              <a:t>TITLE</a:t>
            </a:r>
            <a:endParaRPr lang="ru-RU" dirty="0"/>
          </a:p>
        </p:txBody>
      </p:sp>
      <p:sp>
        <p:nvSpPr>
          <p:cNvPr id="27" name="Text Placeholder 14">
            <a:extLst>
              <a:ext uri="{FF2B5EF4-FFF2-40B4-BE49-F238E27FC236}">
                <a16:creationId xmlns:a16="http://schemas.microsoft.com/office/drawing/2014/main" xmlns="" id="{A4843534-A750-4D01-BC62-26CD9AEA6AE0}"/>
              </a:ext>
            </a:extLst>
          </p:cNvPr>
          <p:cNvSpPr>
            <a:spLocks noGrp="1"/>
          </p:cNvSpPr>
          <p:nvPr>
            <p:ph type="body" sz="quarter" idx="13" hasCustomPrompt="1"/>
          </p:nvPr>
        </p:nvSpPr>
        <p:spPr>
          <a:xfrm>
            <a:off x="770021" y="3773554"/>
            <a:ext cx="10090287" cy="1101897"/>
          </a:xfrm>
        </p:spPr>
        <p:txBody>
          <a:bodyPr>
            <a:noAutofit/>
          </a:bodyPr>
          <a:lstStyle>
            <a:lvl1pPr marL="0" indent="0" algn="l">
              <a:buNone/>
              <a:defRPr sz="3500" b="0" i="0">
                <a:solidFill>
                  <a:schemeClr val="tx2"/>
                </a:solidFill>
              </a:defRPr>
            </a:lvl1pPr>
          </a:lstStyle>
          <a:p>
            <a:pPr lvl="0"/>
            <a:r>
              <a:rPr lang="en-US" dirty="0"/>
              <a:t>Presentation</a:t>
            </a:r>
            <a:br>
              <a:rPr lang="en-US" dirty="0"/>
            </a:br>
            <a:r>
              <a:rPr lang="en-US" dirty="0"/>
              <a:t>Tagline</a:t>
            </a:r>
          </a:p>
        </p:txBody>
      </p:sp>
      <p:sp>
        <p:nvSpPr>
          <p:cNvPr id="29" name="Text Placeholder 26">
            <a:extLst>
              <a:ext uri="{FF2B5EF4-FFF2-40B4-BE49-F238E27FC236}">
                <a16:creationId xmlns:a16="http://schemas.microsoft.com/office/drawing/2014/main" xmlns="" id="{F8E7B25A-0A4A-430B-903E-76193E2954A1}"/>
              </a:ext>
            </a:extLst>
          </p:cNvPr>
          <p:cNvSpPr>
            <a:spLocks noGrp="1"/>
          </p:cNvSpPr>
          <p:nvPr>
            <p:ph type="body" sz="quarter" idx="21" hasCustomPrompt="1"/>
          </p:nvPr>
        </p:nvSpPr>
        <p:spPr>
          <a:xfrm>
            <a:off x="770021" y="5451784"/>
            <a:ext cx="4367531" cy="324417"/>
          </a:xfrm>
        </p:spPr>
        <p:txBody>
          <a:bodyPr>
            <a:noAutofit/>
          </a:bodyPr>
          <a:lstStyle>
            <a:lvl1pPr marL="0" indent="0" algn="l">
              <a:buNone/>
              <a:defRPr sz="2200" b="1"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dirty="0"/>
              <a:t>20XX</a:t>
            </a:r>
          </a:p>
        </p:txBody>
      </p:sp>
      <p:sp>
        <p:nvSpPr>
          <p:cNvPr id="30" name="Text Placeholder 26">
            <a:extLst>
              <a:ext uri="{FF2B5EF4-FFF2-40B4-BE49-F238E27FC236}">
                <a16:creationId xmlns:a16="http://schemas.microsoft.com/office/drawing/2014/main" xmlns="" id="{B88F3A2A-BD60-4F82-8064-8B157AF4DDC2}"/>
              </a:ext>
            </a:extLst>
          </p:cNvPr>
          <p:cNvSpPr>
            <a:spLocks noGrp="1"/>
          </p:cNvSpPr>
          <p:nvPr>
            <p:ph type="body" sz="quarter" idx="20" hasCustomPrompt="1"/>
          </p:nvPr>
        </p:nvSpPr>
        <p:spPr>
          <a:xfrm>
            <a:off x="770021" y="5105536"/>
            <a:ext cx="4367531" cy="324417"/>
          </a:xfrm>
        </p:spPr>
        <p:txBody>
          <a:bodyPr>
            <a:noAutofit/>
          </a:bodyPr>
          <a:lstStyle>
            <a:lvl1pPr marL="0" indent="0" algn="l">
              <a:buNone/>
              <a:defRPr sz="22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dirty="0"/>
              <a:t>Month</a:t>
            </a:r>
          </a:p>
        </p:txBody>
      </p:sp>
    </p:spTree>
    <p:extLst>
      <p:ext uri="{BB962C8B-B14F-4D97-AF65-F5344CB8AC3E}">
        <p14:creationId xmlns:p14="http://schemas.microsoft.com/office/powerpoint/2010/main" val="3768363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with Image">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61FE90B3-361E-4150-BE53-368ADEA27D72}"/>
              </a:ext>
            </a:extLst>
          </p:cNvPr>
          <p:cNvSpPr>
            <a:spLocks noGrp="1"/>
          </p:cNvSpPr>
          <p:nvPr>
            <p:ph type="pic" sz="quarter" idx="14"/>
          </p:nvPr>
        </p:nvSpPr>
        <p:spPr>
          <a:xfrm>
            <a:off x="-1" y="130966"/>
            <a:ext cx="12192000" cy="6602574"/>
          </a:xfrm>
          <a:custGeom>
            <a:avLst/>
            <a:gdLst>
              <a:gd name="connsiteX0" fmla="*/ 5864259 w 12192000"/>
              <a:gd name="connsiteY0" fmla="*/ 2895444 h 6602574"/>
              <a:gd name="connsiteX1" fmla="*/ 5864259 w 12192000"/>
              <a:gd name="connsiteY1" fmla="*/ 5383374 h 6602574"/>
              <a:gd name="connsiteX2" fmla="*/ 0 w 12192000"/>
              <a:gd name="connsiteY2" fmla="*/ 6602574 h 6602574"/>
              <a:gd name="connsiteX3" fmla="*/ 0 w 12192000"/>
              <a:gd name="connsiteY3" fmla="*/ 4114644 h 6602574"/>
              <a:gd name="connsiteX4" fmla="*/ 12192000 w 12192000"/>
              <a:gd name="connsiteY4" fmla="*/ 2726690 h 6602574"/>
              <a:gd name="connsiteX5" fmla="*/ 12192000 w 12192000"/>
              <a:gd name="connsiteY5" fmla="*/ 5214620 h 6602574"/>
              <a:gd name="connsiteX6" fmla="*/ 6104805 w 12192000"/>
              <a:gd name="connsiteY6" fmla="*/ 6470494 h 6602574"/>
              <a:gd name="connsiteX7" fmla="*/ 6104805 w 12192000"/>
              <a:gd name="connsiteY7" fmla="*/ 3982564 h 6602574"/>
              <a:gd name="connsiteX8" fmla="*/ 12192000 w 12192000"/>
              <a:gd name="connsiteY8" fmla="*/ 0 h 6602574"/>
              <a:gd name="connsiteX9" fmla="*/ 12192000 w 12192000"/>
              <a:gd name="connsiteY9" fmla="*/ 2487923 h 6602574"/>
              <a:gd name="connsiteX10" fmla="*/ 6104805 w 12192000"/>
              <a:gd name="connsiteY10" fmla="*/ 3742534 h 6602574"/>
              <a:gd name="connsiteX11" fmla="*/ 6104805 w 12192000"/>
              <a:gd name="connsiteY11" fmla="*/ 1255874 h 6602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602574">
                <a:moveTo>
                  <a:pt x="5864259" y="2895444"/>
                </a:moveTo>
                <a:lnTo>
                  <a:pt x="5864259" y="5383374"/>
                </a:lnTo>
                <a:lnTo>
                  <a:pt x="0" y="6602574"/>
                </a:lnTo>
                <a:lnTo>
                  <a:pt x="0" y="4114644"/>
                </a:lnTo>
                <a:close/>
                <a:moveTo>
                  <a:pt x="12192000" y="2726690"/>
                </a:moveTo>
                <a:lnTo>
                  <a:pt x="12192000" y="5214620"/>
                </a:lnTo>
                <a:lnTo>
                  <a:pt x="6104805" y="6470494"/>
                </a:lnTo>
                <a:lnTo>
                  <a:pt x="6104805" y="3982564"/>
                </a:lnTo>
                <a:close/>
                <a:moveTo>
                  <a:pt x="12192000" y="0"/>
                </a:moveTo>
                <a:lnTo>
                  <a:pt x="12192000" y="2487923"/>
                </a:lnTo>
                <a:lnTo>
                  <a:pt x="6104805" y="3742534"/>
                </a:lnTo>
                <a:lnTo>
                  <a:pt x="6104805" y="1255874"/>
                </a:lnTo>
                <a:close/>
              </a:path>
            </a:pathLst>
          </a:custGeom>
          <a:solidFill>
            <a:schemeClr val="bg1">
              <a:lumMod val="65000"/>
            </a:schemeClr>
          </a:solidFill>
        </p:spPr>
        <p:txBody>
          <a:bodyPr wrap="square" anchor="ctr" anchorCtr="0">
            <a:noAutofit/>
          </a:bodyPr>
          <a:lstStyle>
            <a:lvl1pPr marL="0" indent="0" algn="ctr">
              <a:buNone/>
              <a:defRPr sz="1400"/>
            </a:lvl1pPr>
          </a:lstStyle>
          <a:p>
            <a:r>
              <a:rPr lang="en-US" smtClean="0"/>
              <a:t>Click icon to add picture</a:t>
            </a:r>
            <a:endParaRPr lang="ru-RU" dirty="0"/>
          </a:p>
        </p:txBody>
      </p:sp>
      <p:sp>
        <p:nvSpPr>
          <p:cNvPr id="2" name="Title 1">
            <a:extLst>
              <a:ext uri="{FF2B5EF4-FFF2-40B4-BE49-F238E27FC236}">
                <a16:creationId xmlns:a16="http://schemas.microsoft.com/office/drawing/2014/main" xmlns="" id="{CF097552-E3A8-41F6-B00B-4A39A247AA0E}"/>
              </a:ext>
            </a:extLst>
          </p:cNvPr>
          <p:cNvSpPr>
            <a:spLocks noGrp="1"/>
          </p:cNvSpPr>
          <p:nvPr>
            <p:ph type="title" hasCustomPrompt="1"/>
          </p:nvPr>
        </p:nvSpPr>
        <p:spPr>
          <a:xfrm>
            <a:off x="777240" y="1033272"/>
            <a:ext cx="5056083" cy="782638"/>
          </a:xfrm>
        </p:spPr>
        <p:txBody>
          <a:bodyPr>
            <a:normAutofit/>
          </a:bodyPr>
          <a:lstStyle>
            <a:lvl1pPr algn="l">
              <a:defRPr sz="4000" b="1">
                <a:solidFill>
                  <a:schemeClr val="bg1"/>
                </a:solidFill>
              </a:defRPr>
            </a:lvl1pPr>
          </a:lstStyle>
          <a:p>
            <a:r>
              <a:rPr lang="en-US" dirty="0"/>
              <a:t>DIVIDER SLIDE</a:t>
            </a:r>
            <a:endParaRPr lang="ru-RU" dirty="0"/>
          </a:p>
        </p:txBody>
      </p:sp>
      <p:sp>
        <p:nvSpPr>
          <p:cNvPr id="3" name="Slide Number Placeholder 2">
            <a:extLst>
              <a:ext uri="{FF2B5EF4-FFF2-40B4-BE49-F238E27FC236}">
                <a16:creationId xmlns:a16="http://schemas.microsoft.com/office/drawing/2014/main" xmlns=""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5" name="Graphic 4">
            <a:extLst>
              <a:ext uri="{FF2B5EF4-FFF2-40B4-BE49-F238E27FC236}">
                <a16:creationId xmlns:a16="http://schemas.microsoft.com/office/drawing/2014/main" xmlns="" id="{2095D1D4-8CA3-4CA3-825D-088EDB51A8AE}"/>
              </a:ext>
            </a:extLst>
          </p:cNvPr>
          <p:cNvSpPr/>
          <p:nvPr/>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7" name="Graphic 15">
            <a:extLst>
              <a:ext uri="{FF2B5EF4-FFF2-40B4-BE49-F238E27FC236}">
                <a16:creationId xmlns:a16="http://schemas.microsoft.com/office/drawing/2014/main" xmlns="" id="{2DB5E70B-ECC9-4800-9DC0-5897EF3F16AB}"/>
              </a:ext>
            </a:extLst>
          </p:cNvPr>
          <p:cNvSpPr/>
          <p:nvPr/>
        </p:nvSpPr>
        <p:spPr>
          <a:xfrm>
            <a:off x="-11174" y="1947672"/>
            <a:ext cx="5274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11" name="Text Placeholder 17">
            <a:extLst>
              <a:ext uri="{FF2B5EF4-FFF2-40B4-BE49-F238E27FC236}">
                <a16:creationId xmlns:a16="http://schemas.microsoft.com/office/drawing/2014/main" xmlns="" id="{18AF4189-33DF-9B46-9624-C722FCE07DB4}"/>
              </a:ext>
            </a:extLst>
          </p:cNvPr>
          <p:cNvSpPr>
            <a:spLocks noGrp="1"/>
          </p:cNvSpPr>
          <p:nvPr>
            <p:ph type="body" sz="quarter" idx="13" hasCustomPrompt="1"/>
          </p:nvPr>
        </p:nvSpPr>
        <p:spPr>
          <a:xfrm>
            <a:off x="774032" y="2225392"/>
            <a:ext cx="4421856" cy="749047"/>
          </a:xfrm>
        </p:spPr>
        <p:txBody>
          <a:bodyPr>
            <a:normAutofit/>
          </a:bodyPr>
          <a:lstStyle>
            <a:lvl1pPr marL="0" indent="0" algn="l">
              <a:buNone/>
              <a:defRPr sz="2200">
                <a:solidFill>
                  <a:schemeClr val="tx2"/>
                </a:solidFill>
              </a:defRPr>
            </a:lvl1pPr>
            <a:lvl2pPr>
              <a:defRPr sz="1800"/>
            </a:lvl2pPr>
            <a:lvl3pPr>
              <a:defRPr sz="1800"/>
            </a:lvl3pPr>
            <a:lvl4pPr>
              <a:defRPr sz="1800"/>
            </a:lvl4pPr>
            <a:lvl5pPr>
              <a:defRPr sz="1800"/>
            </a:lvl5pPr>
          </a:lstStyle>
          <a:p>
            <a:pPr lvl="0"/>
            <a:r>
              <a:rPr lang="en-US" dirty="0"/>
              <a:t>Edit master text styles</a:t>
            </a:r>
          </a:p>
        </p:txBody>
      </p:sp>
    </p:spTree>
    <p:extLst>
      <p:ext uri="{BB962C8B-B14F-4D97-AF65-F5344CB8AC3E}">
        <p14:creationId xmlns:p14="http://schemas.microsoft.com/office/powerpoint/2010/main" val="3823477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xmlns="" id="{9D8367A5-C050-47FB-A1BD-54CD13DE3A0F}"/>
              </a:ext>
            </a:extLst>
          </p:cNvPr>
          <p:cNvSpPr>
            <a:spLocks noGrp="1"/>
          </p:cNvSpPr>
          <p:nvPr>
            <p:ph type="pic" sz="quarter" idx="16"/>
          </p:nvPr>
        </p:nvSpPr>
        <p:spPr>
          <a:xfrm>
            <a:off x="5519738" y="0"/>
            <a:ext cx="6103621" cy="6858000"/>
          </a:xfrm>
          <a:custGeom>
            <a:avLst/>
            <a:gdLst>
              <a:gd name="connsiteX0" fmla="*/ 3914141 w 6103621"/>
              <a:gd name="connsiteY0" fmla="*/ 914400 h 6858000"/>
              <a:gd name="connsiteX1" fmla="*/ 6103621 w 6103621"/>
              <a:gd name="connsiteY1" fmla="*/ 914400 h 6858000"/>
              <a:gd name="connsiteX2" fmla="*/ 4339591 w 6103621"/>
              <a:gd name="connsiteY2" fmla="*/ 6858000 h 6858000"/>
              <a:gd name="connsiteX3" fmla="*/ 2150112 w 6103621"/>
              <a:gd name="connsiteY3" fmla="*/ 6858000 h 6858000"/>
              <a:gd name="connsiteX4" fmla="*/ 1769111 w 6103621"/>
              <a:gd name="connsiteY4" fmla="*/ 0 h 6858000"/>
              <a:gd name="connsiteX5" fmla="*/ 3958591 w 6103621"/>
              <a:gd name="connsiteY5" fmla="*/ 0 h 6858000"/>
              <a:gd name="connsiteX6" fmla="*/ 2189480 w 6103621"/>
              <a:gd name="connsiteY6" fmla="*/ 5943601 h 6858000"/>
              <a:gd name="connsiteX7" fmla="*/ 0 w 6103621"/>
              <a:gd name="connsiteY7" fmla="*/ 594360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03621" h="6858000">
                <a:moveTo>
                  <a:pt x="3914141" y="914400"/>
                </a:moveTo>
                <a:lnTo>
                  <a:pt x="6103621" y="914400"/>
                </a:lnTo>
                <a:lnTo>
                  <a:pt x="4339591" y="6858000"/>
                </a:lnTo>
                <a:lnTo>
                  <a:pt x="2150112" y="6858000"/>
                </a:lnTo>
                <a:close/>
                <a:moveTo>
                  <a:pt x="1769111" y="0"/>
                </a:moveTo>
                <a:lnTo>
                  <a:pt x="3958591" y="0"/>
                </a:lnTo>
                <a:lnTo>
                  <a:pt x="2189480" y="5943601"/>
                </a:lnTo>
                <a:lnTo>
                  <a:pt x="0" y="5943601"/>
                </a:lnTo>
                <a:close/>
              </a:path>
            </a:pathLst>
          </a:custGeom>
          <a:solidFill>
            <a:schemeClr val="bg1">
              <a:lumMod val="65000"/>
            </a:schemeClr>
          </a:solidFill>
        </p:spPr>
        <p:txBody>
          <a:bodyPr wrap="square" anchor="ctr" anchorCtr="0">
            <a:noAutofit/>
          </a:bodyPr>
          <a:lstStyle>
            <a:lvl1pPr marL="0" indent="0" algn="ctr">
              <a:buNone/>
              <a:defRPr sz="1400"/>
            </a:lvl1pPr>
          </a:lstStyle>
          <a:p>
            <a:r>
              <a:rPr lang="en-US" smtClean="0"/>
              <a:t>Click icon to add picture</a:t>
            </a:r>
            <a:endParaRPr lang="ru-RU" dirty="0"/>
          </a:p>
        </p:txBody>
      </p:sp>
      <p:sp>
        <p:nvSpPr>
          <p:cNvPr id="3" name="Slide Number Placeholder 2">
            <a:extLst>
              <a:ext uri="{FF2B5EF4-FFF2-40B4-BE49-F238E27FC236}">
                <a16:creationId xmlns:a16="http://schemas.microsoft.com/office/drawing/2014/main" xmlns=""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4" name="Text Placeholder 14">
            <a:extLst>
              <a:ext uri="{FF2B5EF4-FFF2-40B4-BE49-F238E27FC236}">
                <a16:creationId xmlns:a16="http://schemas.microsoft.com/office/drawing/2014/main" xmlns="" id="{302F0820-F94A-40EF-B3BE-26CD0CB55173}"/>
              </a:ext>
            </a:extLst>
          </p:cNvPr>
          <p:cNvSpPr>
            <a:spLocks noGrp="1"/>
          </p:cNvSpPr>
          <p:nvPr>
            <p:ph type="body" sz="quarter" idx="15"/>
          </p:nvPr>
        </p:nvSpPr>
        <p:spPr>
          <a:xfrm>
            <a:off x="774032" y="3074529"/>
            <a:ext cx="4421856" cy="2588637"/>
          </a:xfrm>
        </p:spPr>
        <p:txBody>
          <a:bodyPr lIns="0">
            <a:normAutofit/>
          </a:bodyPr>
          <a:lstStyle>
            <a:lvl1pPr marL="180000" indent="-180000">
              <a:spcBef>
                <a:spcPts val="600"/>
              </a:spcBef>
              <a:buClr>
                <a:schemeClr val="bg2"/>
              </a:buClr>
              <a:buFont typeface="Wingdings" panose="05000000000000000000" pitchFamily="2" charset="2"/>
              <a:buChar char="§"/>
              <a:defRPr sz="1400" b="0" i="0">
                <a:solidFill>
                  <a:schemeClr val="bg1">
                    <a:lumMod val="75000"/>
                  </a:schemeClr>
                </a:solidFill>
              </a:defRPr>
            </a:lvl1pPr>
          </a:lstStyle>
          <a:p>
            <a:pPr lvl="0"/>
            <a:r>
              <a:rPr lang="en-US" smtClean="0"/>
              <a:t>Click to edit Master text styles</a:t>
            </a:r>
          </a:p>
        </p:txBody>
      </p:sp>
      <p:sp>
        <p:nvSpPr>
          <p:cNvPr id="21" name="Title 1">
            <a:extLst>
              <a:ext uri="{FF2B5EF4-FFF2-40B4-BE49-F238E27FC236}">
                <a16:creationId xmlns:a16="http://schemas.microsoft.com/office/drawing/2014/main" xmlns="" id="{33528AEE-54AB-4366-9576-BBA1CE5F3A54}"/>
              </a:ext>
            </a:extLst>
          </p:cNvPr>
          <p:cNvSpPr>
            <a:spLocks noGrp="1"/>
          </p:cNvSpPr>
          <p:nvPr>
            <p:ph type="title" hasCustomPrompt="1"/>
          </p:nvPr>
        </p:nvSpPr>
        <p:spPr>
          <a:xfrm>
            <a:off x="774032" y="1032746"/>
            <a:ext cx="5056083" cy="782638"/>
          </a:xfrm>
        </p:spPr>
        <p:txBody>
          <a:bodyPr>
            <a:normAutofit/>
          </a:bodyPr>
          <a:lstStyle>
            <a:lvl1pPr algn="l">
              <a:defRPr sz="4000" b="1">
                <a:solidFill>
                  <a:schemeClr val="bg1"/>
                </a:solidFill>
              </a:defRPr>
            </a:lvl1pPr>
          </a:lstStyle>
          <a:p>
            <a:r>
              <a:rPr lang="en-US" dirty="0"/>
              <a:t>TEXT LAYOUT 1</a:t>
            </a:r>
            <a:endParaRPr lang="ru-RU" dirty="0"/>
          </a:p>
        </p:txBody>
      </p:sp>
      <p:sp>
        <p:nvSpPr>
          <p:cNvPr id="22" name="Text Placeholder 17">
            <a:extLst>
              <a:ext uri="{FF2B5EF4-FFF2-40B4-BE49-F238E27FC236}">
                <a16:creationId xmlns:a16="http://schemas.microsoft.com/office/drawing/2014/main" xmlns="" id="{A1867536-E941-4FED-8B68-2609143C2A78}"/>
              </a:ext>
            </a:extLst>
          </p:cNvPr>
          <p:cNvSpPr>
            <a:spLocks noGrp="1"/>
          </p:cNvSpPr>
          <p:nvPr>
            <p:ph type="body" sz="quarter" idx="13" hasCustomPrompt="1"/>
          </p:nvPr>
        </p:nvSpPr>
        <p:spPr>
          <a:xfrm>
            <a:off x="774032" y="2225392"/>
            <a:ext cx="4421856" cy="749047"/>
          </a:xfrm>
        </p:spPr>
        <p:txBody>
          <a:bodyPr>
            <a:normAutofit/>
          </a:bodyPr>
          <a:lstStyle>
            <a:lvl1pPr marL="0" indent="0" algn="l">
              <a:buNone/>
              <a:defRPr sz="2200">
                <a:solidFill>
                  <a:schemeClr val="tx2"/>
                </a:solidFill>
              </a:defRPr>
            </a:lvl1pPr>
            <a:lvl2pPr>
              <a:defRPr sz="1800"/>
            </a:lvl2pPr>
            <a:lvl3pPr>
              <a:defRPr sz="1800"/>
            </a:lvl3pPr>
            <a:lvl4pPr>
              <a:defRPr sz="1800"/>
            </a:lvl4pPr>
            <a:lvl5pPr>
              <a:defRPr sz="1800"/>
            </a:lvl5pPr>
          </a:lstStyle>
          <a:p>
            <a:pPr lvl="0"/>
            <a:r>
              <a:rPr lang="en-US" dirty="0"/>
              <a:t>Edit master text styles</a:t>
            </a:r>
          </a:p>
        </p:txBody>
      </p:sp>
      <p:sp>
        <p:nvSpPr>
          <p:cNvPr id="26" name="Graphic 4">
            <a:extLst>
              <a:ext uri="{FF2B5EF4-FFF2-40B4-BE49-F238E27FC236}">
                <a16:creationId xmlns:a16="http://schemas.microsoft.com/office/drawing/2014/main" xmlns="" id="{7D57D3C0-DF85-4866-AC4B-ED6A0F6963A5}"/>
              </a:ext>
            </a:extLst>
          </p:cNvPr>
          <p:cNvSpPr/>
          <p:nvPr/>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1" name="Graphic 15">
            <a:extLst>
              <a:ext uri="{FF2B5EF4-FFF2-40B4-BE49-F238E27FC236}">
                <a16:creationId xmlns:a16="http://schemas.microsoft.com/office/drawing/2014/main" xmlns="" id="{FA387E18-8CE1-1648-81B1-6F1A0F183C30}"/>
              </a:ext>
            </a:extLst>
          </p:cNvPr>
          <p:cNvSpPr/>
          <p:nvPr userDrawn="1"/>
        </p:nvSpPr>
        <p:spPr>
          <a:xfrm>
            <a:off x="-11174" y="1947672"/>
            <a:ext cx="5274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3721395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B2044CCF-605D-4D6E-A41D-D6AED53B2233}"/>
              </a:ext>
            </a:extLst>
          </p:cNvPr>
          <p:cNvSpPr>
            <a:spLocks noGrp="1"/>
          </p:cNvSpPr>
          <p:nvPr>
            <p:ph type="pic" sz="quarter" idx="16"/>
          </p:nvPr>
        </p:nvSpPr>
        <p:spPr>
          <a:xfrm>
            <a:off x="0" y="404811"/>
            <a:ext cx="6108872" cy="5485128"/>
          </a:xfrm>
          <a:custGeom>
            <a:avLst/>
            <a:gdLst>
              <a:gd name="connsiteX0" fmla="*/ 0 w 6108872"/>
              <a:gd name="connsiteY0" fmla="*/ 2203471 h 5485128"/>
              <a:gd name="connsiteX1" fmla="*/ 6108872 w 6108872"/>
              <a:gd name="connsiteY1" fmla="*/ 3505695 h 5485128"/>
              <a:gd name="connsiteX2" fmla="*/ 6108872 w 6108872"/>
              <a:gd name="connsiteY2" fmla="*/ 5485128 h 5485128"/>
              <a:gd name="connsiteX3" fmla="*/ 0 w 6108872"/>
              <a:gd name="connsiteY3" fmla="*/ 4182903 h 5485128"/>
              <a:gd name="connsiteX4" fmla="*/ 0 w 6108872"/>
              <a:gd name="connsiteY4" fmla="*/ 0 h 5485128"/>
              <a:gd name="connsiteX5" fmla="*/ 6108872 w 6108872"/>
              <a:gd name="connsiteY5" fmla="*/ 1302225 h 5485128"/>
              <a:gd name="connsiteX6" fmla="*/ 6108872 w 6108872"/>
              <a:gd name="connsiteY6" fmla="*/ 3281657 h 5485128"/>
              <a:gd name="connsiteX7" fmla="*/ 0 w 6108872"/>
              <a:gd name="connsiteY7" fmla="*/ 1979432 h 5485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08872" h="5485128">
                <a:moveTo>
                  <a:pt x="0" y="2203471"/>
                </a:moveTo>
                <a:lnTo>
                  <a:pt x="6108872" y="3505695"/>
                </a:lnTo>
                <a:lnTo>
                  <a:pt x="6108872" y="5485128"/>
                </a:lnTo>
                <a:lnTo>
                  <a:pt x="0" y="4182903"/>
                </a:lnTo>
                <a:close/>
                <a:moveTo>
                  <a:pt x="0" y="0"/>
                </a:moveTo>
                <a:lnTo>
                  <a:pt x="6108872" y="1302225"/>
                </a:lnTo>
                <a:lnTo>
                  <a:pt x="6108872" y="3281657"/>
                </a:lnTo>
                <a:lnTo>
                  <a:pt x="0" y="1979432"/>
                </a:lnTo>
                <a:close/>
              </a:path>
            </a:pathLst>
          </a:custGeom>
          <a:solidFill>
            <a:schemeClr val="bg1">
              <a:lumMod val="65000"/>
            </a:schemeClr>
          </a:solidFill>
        </p:spPr>
        <p:txBody>
          <a:bodyPr wrap="square" anchor="ctr" anchorCtr="0">
            <a:noAutofit/>
          </a:bodyPr>
          <a:lstStyle>
            <a:lvl1pPr marL="0" indent="0" algn="ctr">
              <a:buNone/>
              <a:defRPr sz="1400"/>
            </a:lvl1pPr>
          </a:lstStyle>
          <a:p>
            <a:r>
              <a:rPr lang="en-US" smtClean="0"/>
              <a:t>Click icon to add picture</a:t>
            </a:r>
            <a:endParaRPr lang="ru-RU" dirty="0"/>
          </a:p>
        </p:txBody>
      </p:sp>
      <p:sp>
        <p:nvSpPr>
          <p:cNvPr id="3" name="Slide Number Placeholder 2">
            <a:extLst>
              <a:ext uri="{FF2B5EF4-FFF2-40B4-BE49-F238E27FC236}">
                <a16:creationId xmlns:a16="http://schemas.microsoft.com/office/drawing/2014/main" xmlns=""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6" name="Text Placeholder 14">
            <a:extLst>
              <a:ext uri="{FF2B5EF4-FFF2-40B4-BE49-F238E27FC236}">
                <a16:creationId xmlns:a16="http://schemas.microsoft.com/office/drawing/2014/main" xmlns="" id="{E7F180F3-53B1-4A31-82A4-E6F9B5D8D8A3}"/>
              </a:ext>
            </a:extLst>
          </p:cNvPr>
          <p:cNvSpPr>
            <a:spLocks noGrp="1"/>
          </p:cNvSpPr>
          <p:nvPr>
            <p:ph type="body" sz="quarter" idx="15"/>
          </p:nvPr>
        </p:nvSpPr>
        <p:spPr>
          <a:xfrm>
            <a:off x="6881205" y="3090572"/>
            <a:ext cx="4421857" cy="2588637"/>
          </a:xfrm>
        </p:spPr>
        <p:txBody>
          <a:bodyPr lIns="0">
            <a:normAutofit/>
          </a:bodyPr>
          <a:lstStyle>
            <a:lvl1pPr marL="180000" indent="-180000">
              <a:spcBef>
                <a:spcPts val="600"/>
              </a:spcBef>
              <a:buClr>
                <a:schemeClr val="bg2"/>
              </a:buClr>
              <a:buFont typeface="Wingdings" panose="05000000000000000000" pitchFamily="2" charset="2"/>
              <a:buChar char="§"/>
              <a:defRPr sz="1400" b="0" i="0">
                <a:solidFill>
                  <a:schemeClr val="bg1">
                    <a:lumMod val="75000"/>
                  </a:schemeClr>
                </a:solidFill>
              </a:defRPr>
            </a:lvl1pPr>
          </a:lstStyle>
          <a:p>
            <a:pPr lvl="0"/>
            <a:r>
              <a:rPr lang="en-US" smtClean="0"/>
              <a:t>Click to edit Master text styles</a:t>
            </a:r>
          </a:p>
        </p:txBody>
      </p:sp>
      <p:sp>
        <p:nvSpPr>
          <p:cNvPr id="17" name="Title 1">
            <a:extLst>
              <a:ext uri="{FF2B5EF4-FFF2-40B4-BE49-F238E27FC236}">
                <a16:creationId xmlns:a16="http://schemas.microsoft.com/office/drawing/2014/main" xmlns="" id="{BD523330-9E96-4C6E-B5A4-6B543D365FA1}"/>
              </a:ext>
            </a:extLst>
          </p:cNvPr>
          <p:cNvSpPr>
            <a:spLocks noGrp="1"/>
          </p:cNvSpPr>
          <p:nvPr>
            <p:ph type="title" hasCustomPrompt="1"/>
          </p:nvPr>
        </p:nvSpPr>
        <p:spPr>
          <a:xfrm>
            <a:off x="6881206" y="1046140"/>
            <a:ext cx="5056083" cy="782638"/>
          </a:xfrm>
        </p:spPr>
        <p:txBody>
          <a:bodyPr>
            <a:normAutofit/>
          </a:bodyPr>
          <a:lstStyle>
            <a:lvl1pPr algn="l">
              <a:defRPr sz="4000" b="1">
                <a:solidFill>
                  <a:schemeClr val="bg1"/>
                </a:solidFill>
              </a:defRPr>
            </a:lvl1pPr>
          </a:lstStyle>
          <a:p>
            <a:r>
              <a:rPr lang="en-US" dirty="0"/>
              <a:t>TEXT LAYOUT 2</a:t>
            </a:r>
            <a:endParaRPr lang="ru-RU" dirty="0"/>
          </a:p>
        </p:txBody>
      </p:sp>
      <p:sp>
        <p:nvSpPr>
          <p:cNvPr id="18" name="Text Placeholder 17">
            <a:extLst>
              <a:ext uri="{FF2B5EF4-FFF2-40B4-BE49-F238E27FC236}">
                <a16:creationId xmlns:a16="http://schemas.microsoft.com/office/drawing/2014/main" xmlns="" id="{1A08F6B3-0ADA-4ECF-8D25-7DFE4A36411B}"/>
              </a:ext>
            </a:extLst>
          </p:cNvPr>
          <p:cNvSpPr>
            <a:spLocks noGrp="1"/>
          </p:cNvSpPr>
          <p:nvPr>
            <p:ph type="body" sz="quarter" idx="13" hasCustomPrompt="1"/>
          </p:nvPr>
        </p:nvSpPr>
        <p:spPr>
          <a:xfrm>
            <a:off x="6881206" y="2241515"/>
            <a:ext cx="4421856" cy="749047"/>
          </a:xfrm>
        </p:spPr>
        <p:txBody>
          <a:bodyPr>
            <a:normAutofit/>
          </a:bodyPr>
          <a:lstStyle>
            <a:lvl1pPr marL="0" indent="0" algn="l">
              <a:buNone/>
              <a:defRPr sz="2200">
                <a:solidFill>
                  <a:schemeClr val="tx2"/>
                </a:solidFill>
              </a:defRPr>
            </a:lvl1pPr>
            <a:lvl2pPr>
              <a:defRPr sz="1800"/>
            </a:lvl2pPr>
            <a:lvl3pPr>
              <a:defRPr sz="1800"/>
            </a:lvl3pPr>
            <a:lvl4pPr>
              <a:defRPr sz="1800"/>
            </a:lvl4pPr>
            <a:lvl5pPr>
              <a:defRPr sz="1800"/>
            </a:lvl5pPr>
          </a:lstStyle>
          <a:p>
            <a:pPr lvl="0"/>
            <a:r>
              <a:rPr lang="en-US" dirty="0"/>
              <a:t>Edit master text styles</a:t>
            </a:r>
          </a:p>
        </p:txBody>
      </p:sp>
      <p:sp>
        <p:nvSpPr>
          <p:cNvPr id="19" name="Graphic 15">
            <a:extLst>
              <a:ext uri="{FF2B5EF4-FFF2-40B4-BE49-F238E27FC236}">
                <a16:creationId xmlns:a16="http://schemas.microsoft.com/office/drawing/2014/main" xmlns="" id="{5CCECBFE-3C2B-4492-BCDA-1EFEB5E3E092}"/>
              </a:ext>
            </a:extLst>
          </p:cNvPr>
          <p:cNvSpPr/>
          <p:nvPr userDrawn="1"/>
        </p:nvSpPr>
        <p:spPr>
          <a:xfrm flipH="1">
            <a:off x="6980920" y="1947672"/>
            <a:ext cx="5220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20" name="Graphic 4">
            <a:extLst>
              <a:ext uri="{FF2B5EF4-FFF2-40B4-BE49-F238E27FC236}">
                <a16:creationId xmlns:a16="http://schemas.microsoft.com/office/drawing/2014/main" xmlns="" id="{3441B044-38F8-49ED-845B-5D926C811447}"/>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2599193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 Layout">
    <p:spTree>
      <p:nvGrpSpPr>
        <p:cNvPr id="1" name=""/>
        <p:cNvGrpSpPr/>
        <p:nvPr/>
      </p:nvGrpSpPr>
      <p:grpSpPr>
        <a:xfrm>
          <a:off x="0" y="0"/>
          <a:ext cx="0" cy="0"/>
          <a:chOff x="0" y="0"/>
          <a:chExt cx="0" cy="0"/>
        </a:xfrm>
      </p:grpSpPr>
      <p:grpSp>
        <p:nvGrpSpPr>
          <p:cNvPr id="13" name="Graphic 1">
            <a:extLst>
              <a:ext uri="{FF2B5EF4-FFF2-40B4-BE49-F238E27FC236}">
                <a16:creationId xmlns:a16="http://schemas.microsoft.com/office/drawing/2014/main" xmlns="" id="{2C819B96-1084-49C3-82B7-229513AC2269}"/>
              </a:ext>
            </a:extLst>
          </p:cNvPr>
          <p:cNvGrpSpPr/>
          <p:nvPr/>
        </p:nvGrpSpPr>
        <p:grpSpPr>
          <a:xfrm>
            <a:off x="0" y="0"/>
            <a:ext cx="12192000" cy="6858000"/>
            <a:chOff x="0" y="0"/>
            <a:chExt cx="12192000" cy="6858000"/>
          </a:xfrm>
        </p:grpSpPr>
        <p:sp>
          <p:nvSpPr>
            <p:cNvPr id="16" name="Freeform: Shape 15">
              <a:extLst>
                <a:ext uri="{FF2B5EF4-FFF2-40B4-BE49-F238E27FC236}">
                  <a16:creationId xmlns:a16="http://schemas.microsoft.com/office/drawing/2014/main" xmlns="" id="{45765A4C-A810-4DB9-9186-CA21666D77CD}"/>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7" name="Freeform: Shape 16">
              <a:extLst>
                <a:ext uri="{FF2B5EF4-FFF2-40B4-BE49-F238E27FC236}">
                  <a16:creationId xmlns:a16="http://schemas.microsoft.com/office/drawing/2014/main" xmlns="" id="{2758CCEA-6327-4FC9-8472-4E74DC77BAD5}"/>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xmlns=""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8" name="Text Placeholder 2">
            <a:extLst>
              <a:ext uri="{FF2B5EF4-FFF2-40B4-BE49-F238E27FC236}">
                <a16:creationId xmlns:a16="http://schemas.microsoft.com/office/drawing/2014/main" xmlns="" id="{03373955-AB5B-4186-8098-9DBA0AB2650E}"/>
              </a:ext>
            </a:extLst>
          </p:cNvPr>
          <p:cNvSpPr>
            <a:spLocks noGrp="1"/>
          </p:cNvSpPr>
          <p:nvPr>
            <p:ph type="body" idx="1" hasCustomPrompt="1"/>
          </p:nvPr>
        </p:nvSpPr>
        <p:spPr>
          <a:xfrm>
            <a:off x="774031" y="2993041"/>
            <a:ext cx="4365625" cy="454353"/>
          </a:xfrm>
        </p:spPr>
        <p:txBody>
          <a:bodyPr>
            <a:noAutofit/>
          </a:bodyPr>
          <a:lstStyle>
            <a:lvl1pPr marL="0" indent="0">
              <a:buNone/>
              <a:defRPr sz="2700" b="1">
                <a:solidFill>
                  <a:schemeClr val="bg2"/>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Section 1 title</a:t>
            </a:r>
          </a:p>
        </p:txBody>
      </p:sp>
      <p:sp>
        <p:nvSpPr>
          <p:cNvPr id="10" name="Text Placeholder 2">
            <a:extLst>
              <a:ext uri="{FF2B5EF4-FFF2-40B4-BE49-F238E27FC236}">
                <a16:creationId xmlns:a16="http://schemas.microsoft.com/office/drawing/2014/main" xmlns="" id="{23A3472E-32B4-4CAD-B5D0-420AA3FB4CE3}"/>
              </a:ext>
            </a:extLst>
          </p:cNvPr>
          <p:cNvSpPr>
            <a:spLocks noGrp="1"/>
          </p:cNvSpPr>
          <p:nvPr>
            <p:ph type="body" idx="18" hasCustomPrompt="1"/>
          </p:nvPr>
        </p:nvSpPr>
        <p:spPr>
          <a:xfrm>
            <a:off x="6627120" y="2993041"/>
            <a:ext cx="4365625" cy="454353"/>
          </a:xfrm>
        </p:spPr>
        <p:txBody>
          <a:bodyPr>
            <a:noAutofit/>
          </a:bodyPr>
          <a:lstStyle>
            <a:lvl1pPr marL="0" indent="0">
              <a:buNone/>
              <a:defRPr sz="2700" b="1">
                <a:solidFill>
                  <a:schemeClr val="bg2"/>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Section 2 title</a:t>
            </a:r>
          </a:p>
        </p:txBody>
      </p:sp>
      <p:sp>
        <p:nvSpPr>
          <p:cNvPr id="11" name="Text Placeholder 26">
            <a:extLst>
              <a:ext uri="{FF2B5EF4-FFF2-40B4-BE49-F238E27FC236}">
                <a16:creationId xmlns:a16="http://schemas.microsoft.com/office/drawing/2014/main" xmlns="" id="{1AEED068-3EA0-4BF4-875C-02473E9EB0CC}"/>
              </a:ext>
            </a:extLst>
          </p:cNvPr>
          <p:cNvSpPr>
            <a:spLocks noGrp="1"/>
          </p:cNvSpPr>
          <p:nvPr>
            <p:ph type="body" sz="quarter" idx="20"/>
          </p:nvPr>
        </p:nvSpPr>
        <p:spPr>
          <a:xfrm>
            <a:off x="774032" y="3563411"/>
            <a:ext cx="4365625" cy="2333625"/>
          </a:xfrm>
        </p:spPr>
        <p:txBody>
          <a:bodyPr>
            <a:normAutofit/>
          </a:bodyPr>
          <a:lstStyle>
            <a:lvl1pPr marL="180000" indent="-180000">
              <a:spcBef>
                <a:spcPts val="600"/>
              </a:spcBef>
              <a:buClr>
                <a:schemeClr val="bg2"/>
              </a:buClr>
              <a:buFont typeface="Wingdings" panose="05000000000000000000" pitchFamily="2" charset="2"/>
              <a:buChar char="§"/>
              <a:defRPr sz="1400">
                <a:solidFill>
                  <a:schemeClr val="bg1">
                    <a:lumMod val="7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smtClean="0"/>
              <a:t>Click to edit Master text styles</a:t>
            </a:r>
          </a:p>
        </p:txBody>
      </p:sp>
      <p:sp>
        <p:nvSpPr>
          <p:cNvPr id="12" name="Text Placeholder 26">
            <a:extLst>
              <a:ext uri="{FF2B5EF4-FFF2-40B4-BE49-F238E27FC236}">
                <a16:creationId xmlns:a16="http://schemas.microsoft.com/office/drawing/2014/main" xmlns="" id="{3590B9DA-A2DF-4AE1-9A98-C7B84F48C3A9}"/>
              </a:ext>
            </a:extLst>
          </p:cNvPr>
          <p:cNvSpPr>
            <a:spLocks noGrp="1"/>
          </p:cNvSpPr>
          <p:nvPr>
            <p:ph type="body" sz="quarter" idx="21"/>
          </p:nvPr>
        </p:nvSpPr>
        <p:spPr>
          <a:xfrm>
            <a:off x="6627121" y="3563411"/>
            <a:ext cx="4365625" cy="2333625"/>
          </a:xfrm>
        </p:spPr>
        <p:txBody>
          <a:bodyPr>
            <a:normAutofit/>
          </a:bodyPr>
          <a:lstStyle>
            <a:lvl1pPr marL="180000" indent="-180000">
              <a:spcBef>
                <a:spcPts val="600"/>
              </a:spcBef>
              <a:buClr>
                <a:schemeClr val="bg2"/>
              </a:buClr>
              <a:buFont typeface="Wingdings" panose="05000000000000000000" pitchFamily="2" charset="2"/>
              <a:buChar char="§"/>
              <a:defRPr sz="1400">
                <a:solidFill>
                  <a:schemeClr val="bg1">
                    <a:lumMod val="7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smtClean="0"/>
              <a:t>Click to edit Master text styles</a:t>
            </a:r>
          </a:p>
        </p:txBody>
      </p:sp>
      <p:sp>
        <p:nvSpPr>
          <p:cNvPr id="19" name="Graphic 4">
            <a:extLst>
              <a:ext uri="{FF2B5EF4-FFF2-40B4-BE49-F238E27FC236}">
                <a16:creationId xmlns:a16="http://schemas.microsoft.com/office/drawing/2014/main" xmlns="" id="{CC6E1909-954A-41BF-9CF4-2CB53F6862EF}"/>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20" name="Title 1">
            <a:extLst>
              <a:ext uri="{FF2B5EF4-FFF2-40B4-BE49-F238E27FC236}">
                <a16:creationId xmlns:a16="http://schemas.microsoft.com/office/drawing/2014/main" xmlns="" id="{9845E736-FB54-4B3D-821B-60C0AB9E1A53}"/>
              </a:ext>
            </a:extLst>
          </p:cNvPr>
          <p:cNvSpPr>
            <a:spLocks noGrp="1"/>
          </p:cNvSpPr>
          <p:nvPr>
            <p:ph type="title" hasCustomPrompt="1"/>
          </p:nvPr>
        </p:nvSpPr>
        <p:spPr>
          <a:xfrm>
            <a:off x="774032" y="1033272"/>
            <a:ext cx="5056083" cy="782638"/>
          </a:xfrm>
        </p:spPr>
        <p:txBody>
          <a:bodyPr>
            <a:normAutofit/>
          </a:bodyPr>
          <a:lstStyle>
            <a:lvl1pPr algn="l">
              <a:defRPr sz="4000" b="1">
                <a:solidFill>
                  <a:schemeClr val="bg1"/>
                </a:solidFill>
              </a:defRPr>
            </a:lvl1pPr>
          </a:lstStyle>
          <a:p>
            <a:r>
              <a:rPr lang="en-US" dirty="0"/>
              <a:t>COMPARISON</a:t>
            </a:r>
            <a:endParaRPr lang="ru-RU" dirty="0"/>
          </a:p>
        </p:txBody>
      </p:sp>
      <p:sp>
        <p:nvSpPr>
          <p:cNvPr id="21" name="Text Placeholder 17">
            <a:extLst>
              <a:ext uri="{FF2B5EF4-FFF2-40B4-BE49-F238E27FC236}">
                <a16:creationId xmlns:a16="http://schemas.microsoft.com/office/drawing/2014/main" xmlns="" id="{AFF98BA6-47F6-4796-B970-98EE605E8156}"/>
              </a:ext>
            </a:extLst>
          </p:cNvPr>
          <p:cNvSpPr>
            <a:spLocks noGrp="1"/>
          </p:cNvSpPr>
          <p:nvPr>
            <p:ph type="body" sz="quarter" idx="13" hasCustomPrompt="1"/>
          </p:nvPr>
        </p:nvSpPr>
        <p:spPr>
          <a:xfrm>
            <a:off x="774032" y="2221992"/>
            <a:ext cx="10218713" cy="665713"/>
          </a:xfrm>
        </p:spPr>
        <p:txBody>
          <a:bodyPr>
            <a:normAutofit/>
          </a:bodyPr>
          <a:lstStyle>
            <a:lvl1pPr marL="0" indent="0" algn="l">
              <a:buNone/>
              <a:defRPr sz="2200">
                <a:solidFill>
                  <a:schemeClr val="tx2"/>
                </a:solidFill>
              </a:defRPr>
            </a:lvl1pPr>
            <a:lvl2pPr>
              <a:defRPr sz="1800"/>
            </a:lvl2pPr>
            <a:lvl3pPr>
              <a:defRPr sz="1800"/>
            </a:lvl3pPr>
            <a:lvl4pPr>
              <a:defRPr sz="1800"/>
            </a:lvl4pPr>
            <a:lvl5pPr>
              <a:defRPr sz="1800"/>
            </a:lvl5pPr>
          </a:lstStyle>
          <a:p>
            <a:pPr lvl="0"/>
            <a:r>
              <a:rPr lang="en-US" dirty="0"/>
              <a:t>Edit master text styles</a:t>
            </a:r>
          </a:p>
        </p:txBody>
      </p:sp>
      <p:sp>
        <p:nvSpPr>
          <p:cNvPr id="18" name="Graphic 15">
            <a:extLst>
              <a:ext uri="{FF2B5EF4-FFF2-40B4-BE49-F238E27FC236}">
                <a16:creationId xmlns:a16="http://schemas.microsoft.com/office/drawing/2014/main" xmlns="" id="{5E78F6F2-1702-E74A-86B2-0C42A30F3378}"/>
              </a:ext>
            </a:extLst>
          </p:cNvPr>
          <p:cNvSpPr/>
          <p:nvPr userDrawn="1"/>
        </p:nvSpPr>
        <p:spPr>
          <a:xfrm>
            <a:off x="-11174" y="1947672"/>
            <a:ext cx="5274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3450372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grpSp>
        <p:nvGrpSpPr>
          <p:cNvPr id="13" name="Graphic 1">
            <a:extLst>
              <a:ext uri="{FF2B5EF4-FFF2-40B4-BE49-F238E27FC236}">
                <a16:creationId xmlns:a16="http://schemas.microsoft.com/office/drawing/2014/main" xmlns="" id="{2C819B96-1084-49C3-82B7-229513AC2269}"/>
              </a:ext>
            </a:extLst>
          </p:cNvPr>
          <p:cNvGrpSpPr/>
          <p:nvPr/>
        </p:nvGrpSpPr>
        <p:grpSpPr>
          <a:xfrm>
            <a:off x="-12700" y="-12700"/>
            <a:ext cx="12217400" cy="6883400"/>
            <a:chOff x="-12700" y="-12700"/>
            <a:chExt cx="12217400" cy="6883400"/>
          </a:xfrm>
        </p:grpSpPr>
        <p:sp>
          <p:nvSpPr>
            <p:cNvPr id="16" name="Freeform: Shape 15">
              <a:extLst>
                <a:ext uri="{FF2B5EF4-FFF2-40B4-BE49-F238E27FC236}">
                  <a16:creationId xmlns:a16="http://schemas.microsoft.com/office/drawing/2014/main" xmlns="" id="{45765A4C-A810-4DB9-9186-CA21666D77CD}"/>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7" name="Freeform: Shape 16">
              <a:extLst>
                <a:ext uri="{FF2B5EF4-FFF2-40B4-BE49-F238E27FC236}">
                  <a16:creationId xmlns:a16="http://schemas.microsoft.com/office/drawing/2014/main" xmlns="" id="{2758CCEA-6327-4FC9-8472-4E74DC77BAD5}"/>
                </a:ext>
              </a:extLst>
            </p:cNvPr>
            <p:cNvSpPr/>
            <p:nvPr/>
          </p:nvSpPr>
          <p:spPr>
            <a:xfrm>
              <a:off x="542021"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xmlns=""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9" name="Graphic 4">
            <a:extLst>
              <a:ext uri="{FF2B5EF4-FFF2-40B4-BE49-F238E27FC236}">
                <a16:creationId xmlns:a16="http://schemas.microsoft.com/office/drawing/2014/main" xmlns="" id="{CC6E1909-954A-41BF-9CF4-2CB53F6862EF}"/>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8" name="Chart Placeholder 18">
            <a:extLst>
              <a:ext uri="{FF2B5EF4-FFF2-40B4-BE49-F238E27FC236}">
                <a16:creationId xmlns:a16="http://schemas.microsoft.com/office/drawing/2014/main" xmlns="" id="{68B512F2-EA3E-483F-B5D4-29DFD6C37B36}"/>
              </a:ext>
            </a:extLst>
          </p:cNvPr>
          <p:cNvSpPr>
            <a:spLocks noGrp="1"/>
          </p:cNvSpPr>
          <p:nvPr>
            <p:ph type="chart" sz="quarter" idx="32"/>
          </p:nvPr>
        </p:nvSpPr>
        <p:spPr>
          <a:xfrm>
            <a:off x="6096001" y="1246188"/>
            <a:ext cx="5170034" cy="4365625"/>
          </a:xfrm>
        </p:spPr>
        <p:txBody>
          <a:bodyPr anchor="ctr" anchorCtr="0">
            <a:normAutofit/>
          </a:bodyPr>
          <a:lstStyle>
            <a:lvl1pPr marL="0" indent="0" algn="ctr">
              <a:buNone/>
              <a:defRPr sz="1600">
                <a:solidFill>
                  <a:schemeClr val="tx1">
                    <a:lumMod val="50000"/>
                    <a:lumOff val="50000"/>
                  </a:schemeClr>
                </a:solidFill>
              </a:defRPr>
            </a:lvl1pPr>
          </a:lstStyle>
          <a:p>
            <a:r>
              <a:rPr lang="en-US" smtClean="0"/>
              <a:t>Click icon to add chart</a:t>
            </a:r>
            <a:endParaRPr lang="ru-RU" dirty="0"/>
          </a:p>
        </p:txBody>
      </p:sp>
      <p:sp>
        <p:nvSpPr>
          <p:cNvPr id="15" name="Title 1">
            <a:extLst>
              <a:ext uri="{FF2B5EF4-FFF2-40B4-BE49-F238E27FC236}">
                <a16:creationId xmlns:a16="http://schemas.microsoft.com/office/drawing/2014/main" xmlns="" id="{AD58E79F-20BB-644D-8C49-25B57E347DE6}"/>
              </a:ext>
            </a:extLst>
          </p:cNvPr>
          <p:cNvSpPr>
            <a:spLocks noGrp="1"/>
          </p:cNvSpPr>
          <p:nvPr>
            <p:ph type="title" hasCustomPrompt="1"/>
          </p:nvPr>
        </p:nvSpPr>
        <p:spPr>
          <a:xfrm>
            <a:off x="774032" y="1317173"/>
            <a:ext cx="2825496" cy="1524185"/>
          </a:xfrm>
        </p:spPr>
        <p:txBody>
          <a:bodyPr>
            <a:normAutofit/>
          </a:bodyPr>
          <a:lstStyle>
            <a:lvl1pPr algn="l">
              <a:defRPr sz="4000" b="1">
                <a:solidFill>
                  <a:schemeClr val="bg1"/>
                </a:solidFill>
              </a:defRPr>
            </a:lvl1pPr>
          </a:lstStyle>
          <a:p>
            <a:r>
              <a:rPr lang="en-US" dirty="0"/>
              <a:t>CHART</a:t>
            </a:r>
            <a:br>
              <a:rPr lang="en-US" dirty="0"/>
            </a:br>
            <a:r>
              <a:rPr lang="en-US" dirty="0"/>
              <a:t>SLIDE</a:t>
            </a:r>
            <a:endParaRPr lang="ru-RU" dirty="0"/>
          </a:p>
        </p:txBody>
      </p:sp>
      <p:sp>
        <p:nvSpPr>
          <p:cNvPr id="23" name="Text Placeholder 17">
            <a:extLst>
              <a:ext uri="{FF2B5EF4-FFF2-40B4-BE49-F238E27FC236}">
                <a16:creationId xmlns:a16="http://schemas.microsoft.com/office/drawing/2014/main" xmlns="" id="{EF8E92E6-C1C9-854A-93EE-FD201AF050FC}"/>
              </a:ext>
            </a:extLst>
          </p:cNvPr>
          <p:cNvSpPr>
            <a:spLocks noGrp="1"/>
          </p:cNvSpPr>
          <p:nvPr>
            <p:ph type="body" sz="quarter" idx="13" hasCustomPrompt="1"/>
          </p:nvPr>
        </p:nvSpPr>
        <p:spPr>
          <a:xfrm>
            <a:off x="774032" y="3198228"/>
            <a:ext cx="2825496" cy="2154741"/>
          </a:xfrm>
        </p:spPr>
        <p:txBody>
          <a:bodyPr>
            <a:normAutofit/>
          </a:bodyPr>
          <a:lstStyle>
            <a:lvl1pPr marL="0" indent="0" algn="l">
              <a:buNone/>
              <a:defRPr sz="2200">
                <a:solidFill>
                  <a:schemeClr val="tx2"/>
                </a:solidFill>
              </a:defRPr>
            </a:lvl1pPr>
            <a:lvl2pPr>
              <a:defRPr sz="1800"/>
            </a:lvl2pPr>
            <a:lvl3pPr>
              <a:defRPr sz="1800"/>
            </a:lvl3pPr>
            <a:lvl4pPr>
              <a:defRPr sz="1800"/>
            </a:lvl4pPr>
            <a:lvl5pPr>
              <a:defRPr sz="1800"/>
            </a:lvl5pPr>
          </a:lstStyle>
          <a:p>
            <a:pPr lvl="0"/>
            <a:r>
              <a:rPr lang="en-US" dirty="0"/>
              <a:t>Edit master text styles</a:t>
            </a:r>
          </a:p>
        </p:txBody>
      </p:sp>
      <p:sp>
        <p:nvSpPr>
          <p:cNvPr id="24" name="Graphic 15">
            <a:extLst>
              <a:ext uri="{FF2B5EF4-FFF2-40B4-BE49-F238E27FC236}">
                <a16:creationId xmlns:a16="http://schemas.microsoft.com/office/drawing/2014/main" xmlns="" id="{C1F625F0-F98F-D244-9020-86C86C287112}"/>
              </a:ext>
            </a:extLst>
          </p:cNvPr>
          <p:cNvSpPr/>
          <p:nvPr userDrawn="1"/>
        </p:nvSpPr>
        <p:spPr>
          <a:xfrm>
            <a:off x="-11173" y="2899869"/>
            <a:ext cx="2628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3981487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grpSp>
        <p:nvGrpSpPr>
          <p:cNvPr id="13" name="Graphic 1">
            <a:extLst>
              <a:ext uri="{FF2B5EF4-FFF2-40B4-BE49-F238E27FC236}">
                <a16:creationId xmlns:a16="http://schemas.microsoft.com/office/drawing/2014/main" xmlns="" id="{2C819B96-1084-49C3-82B7-229513AC2269}"/>
              </a:ext>
            </a:extLst>
          </p:cNvPr>
          <p:cNvGrpSpPr/>
          <p:nvPr/>
        </p:nvGrpSpPr>
        <p:grpSpPr>
          <a:xfrm>
            <a:off x="0" y="0"/>
            <a:ext cx="12192000" cy="6858000"/>
            <a:chOff x="0" y="0"/>
            <a:chExt cx="12192000" cy="6858000"/>
          </a:xfrm>
        </p:grpSpPr>
        <p:sp>
          <p:nvSpPr>
            <p:cNvPr id="16" name="Freeform: Shape 15">
              <a:extLst>
                <a:ext uri="{FF2B5EF4-FFF2-40B4-BE49-F238E27FC236}">
                  <a16:creationId xmlns:a16="http://schemas.microsoft.com/office/drawing/2014/main" xmlns="" id="{45765A4C-A810-4DB9-9186-CA21666D77CD}"/>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7" name="Freeform: Shape 16">
              <a:extLst>
                <a:ext uri="{FF2B5EF4-FFF2-40B4-BE49-F238E27FC236}">
                  <a16:creationId xmlns:a16="http://schemas.microsoft.com/office/drawing/2014/main" xmlns="" id="{2758CCEA-6327-4FC9-8472-4E74DC77BAD5}"/>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xmlns=""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9" name="Graphic 4">
            <a:extLst>
              <a:ext uri="{FF2B5EF4-FFF2-40B4-BE49-F238E27FC236}">
                <a16:creationId xmlns:a16="http://schemas.microsoft.com/office/drawing/2014/main" xmlns="" id="{CC6E1909-954A-41BF-9CF4-2CB53F6862EF}"/>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20" name="Title 1">
            <a:extLst>
              <a:ext uri="{FF2B5EF4-FFF2-40B4-BE49-F238E27FC236}">
                <a16:creationId xmlns:a16="http://schemas.microsoft.com/office/drawing/2014/main" xmlns="" id="{9845E736-FB54-4B3D-821B-60C0AB9E1A53}"/>
              </a:ext>
            </a:extLst>
          </p:cNvPr>
          <p:cNvSpPr>
            <a:spLocks noGrp="1"/>
          </p:cNvSpPr>
          <p:nvPr>
            <p:ph type="title" hasCustomPrompt="1"/>
          </p:nvPr>
        </p:nvSpPr>
        <p:spPr>
          <a:xfrm>
            <a:off x="774032" y="1317173"/>
            <a:ext cx="2825496" cy="1524185"/>
          </a:xfrm>
        </p:spPr>
        <p:txBody>
          <a:bodyPr>
            <a:normAutofit/>
          </a:bodyPr>
          <a:lstStyle>
            <a:lvl1pPr algn="l">
              <a:defRPr sz="4000" b="1">
                <a:solidFill>
                  <a:schemeClr val="bg1"/>
                </a:solidFill>
              </a:defRPr>
            </a:lvl1pPr>
          </a:lstStyle>
          <a:p>
            <a:r>
              <a:rPr lang="en-US" dirty="0"/>
              <a:t>TABLE</a:t>
            </a:r>
            <a:br>
              <a:rPr lang="en-US" dirty="0"/>
            </a:br>
            <a:r>
              <a:rPr lang="en-US" dirty="0"/>
              <a:t>SLIDE</a:t>
            </a:r>
            <a:endParaRPr lang="ru-RU" dirty="0"/>
          </a:p>
        </p:txBody>
      </p:sp>
      <p:sp>
        <p:nvSpPr>
          <p:cNvPr id="21" name="Text Placeholder 17">
            <a:extLst>
              <a:ext uri="{FF2B5EF4-FFF2-40B4-BE49-F238E27FC236}">
                <a16:creationId xmlns:a16="http://schemas.microsoft.com/office/drawing/2014/main" xmlns="" id="{AFF98BA6-47F6-4796-B970-98EE605E8156}"/>
              </a:ext>
            </a:extLst>
          </p:cNvPr>
          <p:cNvSpPr>
            <a:spLocks noGrp="1"/>
          </p:cNvSpPr>
          <p:nvPr>
            <p:ph type="body" sz="quarter" idx="13" hasCustomPrompt="1"/>
          </p:nvPr>
        </p:nvSpPr>
        <p:spPr>
          <a:xfrm>
            <a:off x="774032" y="3198228"/>
            <a:ext cx="2825496" cy="2154741"/>
          </a:xfrm>
        </p:spPr>
        <p:txBody>
          <a:bodyPr>
            <a:normAutofit/>
          </a:bodyPr>
          <a:lstStyle>
            <a:lvl1pPr marL="0" indent="0" algn="l">
              <a:buNone/>
              <a:defRPr sz="2200">
                <a:solidFill>
                  <a:schemeClr val="tx2"/>
                </a:solidFill>
              </a:defRPr>
            </a:lvl1pPr>
            <a:lvl2pPr>
              <a:defRPr sz="1800"/>
            </a:lvl2pPr>
            <a:lvl3pPr>
              <a:defRPr sz="1800"/>
            </a:lvl3pPr>
            <a:lvl4pPr>
              <a:defRPr sz="1800"/>
            </a:lvl4pPr>
            <a:lvl5pPr>
              <a:defRPr sz="1800"/>
            </a:lvl5pPr>
          </a:lstStyle>
          <a:p>
            <a:pPr lvl="0"/>
            <a:r>
              <a:rPr lang="en-US" dirty="0"/>
              <a:t>Edit master text styles</a:t>
            </a:r>
          </a:p>
        </p:txBody>
      </p:sp>
      <p:sp>
        <p:nvSpPr>
          <p:cNvPr id="22" name="Graphic 15">
            <a:extLst>
              <a:ext uri="{FF2B5EF4-FFF2-40B4-BE49-F238E27FC236}">
                <a16:creationId xmlns:a16="http://schemas.microsoft.com/office/drawing/2014/main" xmlns="" id="{C8EF6174-FF5D-41C2-BF6B-9D6ECB281A1D}"/>
              </a:ext>
            </a:extLst>
          </p:cNvPr>
          <p:cNvSpPr/>
          <p:nvPr userDrawn="1"/>
        </p:nvSpPr>
        <p:spPr>
          <a:xfrm>
            <a:off x="-11173" y="2899869"/>
            <a:ext cx="2628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18" name="Table Placeholder 17">
            <a:extLst>
              <a:ext uri="{FF2B5EF4-FFF2-40B4-BE49-F238E27FC236}">
                <a16:creationId xmlns:a16="http://schemas.microsoft.com/office/drawing/2014/main" xmlns="" id="{D45BCEDF-86BB-41E2-9F09-5D3014AD1C45}"/>
              </a:ext>
            </a:extLst>
          </p:cNvPr>
          <p:cNvSpPr>
            <a:spLocks noGrp="1"/>
          </p:cNvSpPr>
          <p:nvPr>
            <p:ph type="tbl" sz="quarter" idx="17"/>
          </p:nvPr>
        </p:nvSpPr>
        <p:spPr>
          <a:xfrm>
            <a:off x="4715791" y="1591499"/>
            <a:ext cx="6561138" cy="3761069"/>
          </a:xfrm>
        </p:spPr>
        <p:txBody>
          <a:bodyPr anchor="ctr" anchorCtr="0">
            <a:normAutofit/>
          </a:bodyPr>
          <a:lstStyle>
            <a:lvl1pPr marL="0" indent="0" algn="ctr">
              <a:buNone/>
              <a:defRPr sz="1600">
                <a:solidFill>
                  <a:schemeClr val="tx1">
                    <a:lumMod val="50000"/>
                    <a:lumOff val="50000"/>
                  </a:schemeClr>
                </a:solidFill>
              </a:defRPr>
            </a:lvl1pPr>
          </a:lstStyle>
          <a:p>
            <a:r>
              <a:rPr lang="en-US" smtClean="0"/>
              <a:t>Click icon to add table</a:t>
            </a:r>
            <a:endParaRPr lang="ru-RU" dirty="0"/>
          </a:p>
        </p:txBody>
      </p:sp>
    </p:spTree>
    <p:extLst>
      <p:ext uri="{BB962C8B-B14F-4D97-AF65-F5344CB8AC3E}">
        <p14:creationId xmlns:p14="http://schemas.microsoft.com/office/powerpoint/2010/main" val="2513773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Title Slide">
    <p:bg>
      <p:bgPr>
        <a:solidFill>
          <a:schemeClr val="accent6"/>
        </a:solidFill>
        <a:effectLst/>
      </p:bgPr>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xmlns="" id="{E694C388-14E9-4848-A715-72B7DC6AF548}"/>
              </a:ext>
            </a:extLst>
          </p:cNvPr>
          <p:cNvSpPr>
            <a:spLocks noGrp="1"/>
          </p:cNvSpPr>
          <p:nvPr>
            <p:ph type="pic" sz="quarter" idx="14"/>
          </p:nvPr>
        </p:nvSpPr>
        <p:spPr>
          <a:xfrm>
            <a:off x="12701" y="0"/>
            <a:ext cx="12161519" cy="6858000"/>
          </a:xfrm>
          <a:custGeom>
            <a:avLst/>
            <a:gdLst>
              <a:gd name="connsiteX0" fmla="*/ 12161519 w 12161519"/>
              <a:gd name="connsiteY0" fmla="*/ 638810 h 6858000"/>
              <a:gd name="connsiteX1" fmla="*/ 12161519 w 12161519"/>
              <a:gd name="connsiteY1" fmla="*/ 1922780 h 6858000"/>
              <a:gd name="connsiteX2" fmla="*/ 9531350 w 12161519"/>
              <a:gd name="connsiteY2" fmla="*/ 6858000 h 6858000"/>
              <a:gd name="connsiteX3" fmla="*/ 8846819 w 12161519"/>
              <a:gd name="connsiteY3" fmla="*/ 6858000 h 6858000"/>
              <a:gd name="connsiteX4" fmla="*/ 10704830 w 12161519"/>
              <a:gd name="connsiteY4" fmla="*/ 0 h 6858000"/>
              <a:gd name="connsiteX5" fmla="*/ 12161519 w 12161519"/>
              <a:gd name="connsiteY5" fmla="*/ 0 h 6858000"/>
              <a:gd name="connsiteX6" fmla="*/ 12161519 w 12161519"/>
              <a:gd name="connsiteY6" fmla="*/ 234950 h 6858000"/>
              <a:gd name="connsiteX7" fmla="*/ 8632190 w 12161519"/>
              <a:gd name="connsiteY7" fmla="*/ 6858000 h 6858000"/>
              <a:gd name="connsiteX8" fmla="*/ 7049770 w 12161519"/>
              <a:gd name="connsiteY8" fmla="*/ 6858000 h 6858000"/>
              <a:gd name="connsiteX9" fmla="*/ 5320030 w 12161519"/>
              <a:gd name="connsiteY9" fmla="*/ 0 h 6858000"/>
              <a:gd name="connsiteX10" fmla="*/ 10476230 w 12161519"/>
              <a:gd name="connsiteY10" fmla="*/ 0 h 6858000"/>
              <a:gd name="connsiteX11" fmla="*/ 6822440 w 12161519"/>
              <a:gd name="connsiteY11" fmla="*/ 6858000 h 6858000"/>
              <a:gd name="connsiteX12" fmla="*/ 1664970 w 12161519"/>
              <a:gd name="connsiteY12" fmla="*/ 6858000 h 6858000"/>
              <a:gd name="connsiteX13" fmla="*/ 3529330 w 12161519"/>
              <a:gd name="connsiteY13" fmla="*/ 0 h 6858000"/>
              <a:gd name="connsiteX14" fmla="*/ 5111750 w 12161519"/>
              <a:gd name="connsiteY14" fmla="*/ 0 h 6858000"/>
              <a:gd name="connsiteX15" fmla="*/ 1456690 w 12161519"/>
              <a:gd name="connsiteY15" fmla="*/ 6858000 h 6858000"/>
              <a:gd name="connsiteX16" fmla="*/ 0 w 12161519"/>
              <a:gd name="connsiteY16" fmla="*/ 6858000 h 6858000"/>
              <a:gd name="connsiteX17" fmla="*/ 0 w 12161519"/>
              <a:gd name="connsiteY17" fmla="*/ 6623050 h 6858000"/>
              <a:gd name="connsiteX18" fmla="*/ 2630170 w 12161519"/>
              <a:gd name="connsiteY18" fmla="*/ 0 h 6858000"/>
              <a:gd name="connsiteX19" fmla="*/ 3314700 w 12161519"/>
              <a:gd name="connsiteY19" fmla="*/ 0 h 6858000"/>
              <a:gd name="connsiteX20" fmla="*/ 0 w 12161519"/>
              <a:gd name="connsiteY20" fmla="*/ 6219190 h 6858000"/>
              <a:gd name="connsiteX21" fmla="*/ 0 w 12161519"/>
              <a:gd name="connsiteY21" fmla="*/ 493522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161519" h="6858000">
                <a:moveTo>
                  <a:pt x="12161519" y="638810"/>
                </a:moveTo>
                <a:lnTo>
                  <a:pt x="12161519" y="1922780"/>
                </a:lnTo>
                <a:lnTo>
                  <a:pt x="9531350" y="6858000"/>
                </a:lnTo>
                <a:lnTo>
                  <a:pt x="8846819" y="6858000"/>
                </a:lnTo>
                <a:close/>
                <a:moveTo>
                  <a:pt x="10704830" y="0"/>
                </a:moveTo>
                <a:lnTo>
                  <a:pt x="12161519" y="0"/>
                </a:lnTo>
                <a:lnTo>
                  <a:pt x="12161519" y="234950"/>
                </a:lnTo>
                <a:lnTo>
                  <a:pt x="8632190" y="6858000"/>
                </a:lnTo>
                <a:lnTo>
                  <a:pt x="7049770" y="6858000"/>
                </a:lnTo>
                <a:close/>
                <a:moveTo>
                  <a:pt x="5320030" y="0"/>
                </a:moveTo>
                <a:lnTo>
                  <a:pt x="10476230" y="0"/>
                </a:lnTo>
                <a:lnTo>
                  <a:pt x="6822440" y="6858000"/>
                </a:lnTo>
                <a:lnTo>
                  <a:pt x="1664970" y="6858000"/>
                </a:lnTo>
                <a:close/>
                <a:moveTo>
                  <a:pt x="3529330" y="0"/>
                </a:moveTo>
                <a:lnTo>
                  <a:pt x="5111750" y="0"/>
                </a:lnTo>
                <a:lnTo>
                  <a:pt x="1456690" y="6858000"/>
                </a:lnTo>
                <a:lnTo>
                  <a:pt x="0" y="6858000"/>
                </a:lnTo>
                <a:lnTo>
                  <a:pt x="0" y="6623050"/>
                </a:lnTo>
                <a:close/>
                <a:moveTo>
                  <a:pt x="2630170" y="0"/>
                </a:moveTo>
                <a:lnTo>
                  <a:pt x="3314700" y="0"/>
                </a:lnTo>
                <a:lnTo>
                  <a:pt x="0" y="6219190"/>
                </a:lnTo>
                <a:lnTo>
                  <a:pt x="0" y="4935220"/>
                </a:lnTo>
                <a:close/>
              </a:path>
            </a:pathLst>
          </a:custGeom>
          <a:solidFill>
            <a:schemeClr val="bg1">
              <a:lumMod val="65000"/>
            </a:schemeClr>
          </a:solidFill>
        </p:spPr>
        <p:txBody>
          <a:bodyPr wrap="square" anchor="ctr" anchorCtr="0">
            <a:noAutofit/>
          </a:bodyPr>
          <a:lstStyle>
            <a:lvl1pPr marL="0" indent="0" algn="ctr">
              <a:buNone/>
              <a:defRPr sz="1400"/>
            </a:lvl1pPr>
          </a:lstStyle>
          <a:p>
            <a:r>
              <a:rPr lang="en-US" smtClean="0"/>
              <a:t>Click icon to add picture</a:t>
            </a:r>
            <a:endParaRPr lang="ru-RU" dirty="0"/>
          </a:p>
        </p:txBody>
      </p:sp>
      <p:sp>
        <p:nvSpPr>
          <p:cNvPr id="3" name="Slide Number Placeholder 2">
            <a:extLst>
              <a:ext uri="{FF2B5EF4-FFF2-40B4-BE49-F238E27FC236}">
                <a16:creationId xmlns:a16="http://schemas.microsoft.com/office/drawing/2014/main" xmlns=""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Title 1">
            <a:extLst>
              <a:ext uri="{FF2B5EF4-FFF2-40B4-BE49-F238E27FC236}">
                <a16:creationId xmlns:a16="http://schemas.microsoft.com/office/drawing/2014/main" xmlns="" id="{BFD7B55F-CFD3-4921-BB2A-B14EB4E36369}"/>
              </a:ext>
            </a:extLst>
          </p:cNvPr>
          <p:cNvSpPr>
            <a:spLocks noGrp="1"/>
          </p:cNvSpPr>
          <p:nvPr>
            <p:ph type="title" hasCustomPrompt="1"/>
          </p:nvPr>
        </p:nvSpPr>
        <p:spPr>
          <a:xfrm>
            <a:off x="774032" y="1033272"/>
            <a:ext cx="10514998" cy="782638"/>
          </a:xfrm>
        </p:spPr>
        <p:txBody>
          <a:bodyPr>
            <a:normAutofit/>
          </a:bodyPr>
          <a:lstStyle>
            <a:lvl1pPr algn="l">
              <a:defRPr sz="4000" b="1">
                <a:solidFill>
                  <a:schemeClr val="bg1"/>
                </a:solidFill>
              </a:defRPr>
            </a:lvl1pPr>
          </a:lstStyle>
          <a:p>
            <a:r>
              <a:rPr lang="en-US" dirty="0"/>
              <a:t>BIG IMAGE SLIDE</a:t>
            </a:r>
            <a:endParaRPr lang="ru-RU" dirty="0"/>
          </a:p>
        </p:txBody>
      </p:sp>
      <p:sp>
        <p:nvSpPr>
          <p:cNvPr id="21" name="Text Placeholder 17">
            <a:extLst>
              <a:ext uri="{FF2B5EF4-FFF2-40B4-BE49-F238E27FC236}">
                <a16:creationId xmlns:a16="http://schemas.microsoft.com/office/drawing/2014/main" xmlns="" id="{932204AA-73EE-4F85-898B-E747C5ACC051}"/>
              </a:ext>
            </a:extLst>
          </p:cNvPr>
          <p:cNvSpPr>
            <a:spLocks noGrp="1"/>
          </p:cNvSpPr>
          <p:nvPr>
            <p:ph type="body" sz="quarter" idx="13" hasCustomPrompt="1"/>
          </p:nvPr>
        </p:nvSpPr>
        <p:spPr>
          <a:xfrm>
            <a:off x="774032" y="1880794"/>
            <a:ext cx="10518598" cy="782639"/>
          </a:xfrm>
        </p:spPr>
        <p:txBody>
          <a:bodyPr>
            <a:normAutofit/>
          </a:bodyPr>
          <a:lstStyle>
            <a:lvl1pPr marL="0" indent="0" algn="l">
              <a:buNone/>
              <a:defRPr sz="2200">
                <a:solidFill>
                  <a:schemeClr val="tx2"/>
                </a:solidFill>
              </a:defRPr>
            </a:lvl1pPr>
            <a:lvl2pPr>
              <a:defRPr sz="1800"/>
            </a:lvl2pPr>
            <a:lvl3pPr>
              <a:defRPr sz="1800"/>
            </a:lvl3pPr>
            <a:lvl4pPr>
              <a:defRPr sz="1800"/>
            </a:lvl4pPr>
            <a:lvl5pPr>
              <a:defRPr sz="1800"/>
            </a:lvl5pPr>
          </a:lstStyle>
          <a:p>
            <a:pPr lvl="0"/>
            <a:r>
              <a:rPr lang="en-US" dirty="0"/>
              <a:t>Edit master text styles</a:t>
            </a:r>
          </a:p>
        </p:txBody>
      </p:sp>
      <p:sp>
        <p:nvSpPr>
          <p:cNvPr id="23" name="Graphic 4">
            <a:extLst>
              <a:ext uri="{FF2B5EF4-FFF2-40B4-BE49-F238E27FC236}">
                <a16:creationId xmlns:a16="http://schemas.microsoft.com/office/drawing/2014/main" xmlns="" id="{38541361-4795-490E-8165-B4A338F8231D}"/>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2" name="TextBox 1">
            <a:extLst>
              <a:ext uri="{FF2B5EF4-FFF2-40B4-BE49-F238E27FC236}">
                <a16:creationId xmlns:a16="http://schemas.microsoft.com/office/drawing/2014/main" xmlns="" id="{B72E78DA-7F75-294B-AECF-F02F6C41615D}"/>
              </a:ext>
            </a:extLst>
          </p:cNvPr>
          <p:cNvSpPr txBox="1"/>
          <p:nvPr userDrawn="1"/>
        </p:nvSpPr>
        <p:spPr>
          <a:xfrm>
            <a:off x="327546" y="3002507"/>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761272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25F5D581-F5B0-4701-B187-0D4FAB44900C}"/>
              </a:ext>
            </a:extLst>
          </p:cNvPr>
          <p:cNvSpPr/>
          <p:nvPr userDrawn="1"/>
        </p:nvSpPr>
        <p:spPr>
          <a:xfrm>
            <a:off x="0" y="0"/>
            <a:ext cx="12192000" cy="6858000"/>
          </a:xfrm>
          <a:prstGeom prst="rect">
            <a:avLst/>
          </a:prstGeom>
          <a:solidFill>
            <a:schemeClr val="accent6"/>
          </a:solidFill>
          <a:ln w="12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ru-RU" dirty="0"/>
          </a:p>
        </p:txBody>
      </p:sp>
      <p:sp>
        <p:nvSpPr>
          <p:cNvPr id="11" name="Freeform: Shape 10">
            <a:extLst>
              <a:ext uri="{FF2B5EF4-FFF2-40B4-BE49-F238E27FC236}">
                <a16:creationId xmlns:a16="http://schemas.microsoft.com/office/drawing/2014/main" xmlns="" id="{0E5F41AB-E2B9-45DD-B1C7-9F4DBA4946B9}"/>
              </a:ext>
            </a:extLst>
          </p:cNvPr>
          <p:cNvSpPr/>
          <p:nvPr userDrawn="1"/>
        </p:nvSpPr>
        <p:spPr>
          <a:xfrm>
            <a:off x="2445759"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sp>
        <p:nvSpPr>
          <p:cNvPr id="3" name="Slide Number Placeholder 2">
            <a:extLst>
              <a:ext uri="{FF2B5EF4-FFF2-40B4-BE49-F238E27FC236}">
                <a16:creationId xmlns:a16="http://schemas.microsoft.com/office/drawing/2014/main" xmlns=""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4" name="Title 1">
            <a:extLst>
              <a:ext uri="{FF2B5EF4-FFF2-40B4-BE49-F238E27FC236}">
                <a16:creationId xmlns:a16="http://schemas.microsoft.com/office/drawing/2014/main" xmlns="" id="{4510C334-F1CE-4CEF-ADC6-D1BADB9947D6}"/>
              </a:ext>
            </a:extLst>
          </p:cNvPr>
          <p:cNvSpPr>
            <a:spLocks noGrp="1"/>
          </p:cNvSpPr>
          <p:nvPr>
            <p:ph type="title" hasCustomPrompt="1"/>
          </p:nvPr>
        </p:nvSpPr>
        <p:spPr>
          <a:xfrm>
            <a:off x="838200" y="156579"/>
            <a:ext cx="10515600" cy="1325563"/>
          </a:xfrm>
        </p:spPr>
        <p:txBody>
          <a:bodyPr lIns="0" rIns="0"/>
          <a:lstStyle>
            <a:lvl1pPr algn="ctr">
              <a:defRPr>
                <a:solidFill>
                  <a:schemeClr val="bg1"/>
                </a:solidFill>
              </a:defRPr>
            </a:lvl1pPr>
          </a:lstStyle>
          <a:p>
            <a:r>
              <a:rPr lang="en-US" dirty="0"/>
              <a:t>VIDEO SLIDE</a:t>
            </a:r>
            <a:endParaRPr lang="ru-RU" dirty="0"/>
          </a:p>
        </p:txBody>
      </p:sp>
      <p:sp>
        <p:nvSpPr>
          <p:cNvPr id="16" name="Media Placeholder 7">
            <a:extLst>
              <a:ext uri="{FF2B5EF4-FFF2-40B4-BE49-F238E27FC236}">
                <a16:creationId xmlns:a16="http://schemas.microsoft.com/office/drawing/2014/main" xmlns="" id="{A11F77F4-4B16-4503-B9B6-AE22C686E3E3}"/>
              </a:ext>
            </a:extLst>
          </p:cNvPr>
          <p:cNvSpPr>
            <a:spLocks noGrp="1"/>
          </p:cNvSpPr>
          <p:nvPr>
            <p:ph type="media" sz="quarter" idx="17"/>
          </p:nvPr>
        </p:nvSpPr>
        <p:spPr>
          <a:xfrm>
            <a:off x="1395984" y="1497770"/>
            <a:ext cx="9400032" cy="4215384"/>
          </a:xfrm>
        </p:spPr>
        <p:txBody>
          <a:bodyPr anchor="ctr" anchorCtr="0">
            <a:normAutofit/>
          </a:bodyPr>
          <a:lstStyle>
            <a:lvl1pPr marL="0" indent="0" algn="ctr">
              <a:buNone/>
              <a:defRPr sz="1400">
                <a:solidFill>
                  <a:schemeClr val="bg1">
                    <a:lumMod val="75000"/>
                  </a:schemeClr>
                </a:solidFill>
              </a:defRPr>
            </a:lvl1pPr>
          </a:lstStyle>
          <a:p>
            <a:r>
              <a:rPr lang="en-US" smtClean="0"/>
              <a:t>Click icon to add media</a:t>
            </a:r>
            <a:endParaRPr lang="ru-RU" dirty="0"/>
          </a:p>
        </p:txBody>
      </p:sp>
      <p:sp>
        <p:nvSpPr>
          <p:cNvPr id="12" name="Graphic 4">
            <a:extLst>
              <a:ext uri="{FF2B5EF4-FFF2-40B4-BE49-F238E27FC236}">
                <a16:creationId xmlns:a16="http://schemas.microsoft.com/office/drawing/2014/main" xmlns="" id="{C7654E36-50FF-425E-B595-F3957610B5D8}"/>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2399738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s Layout">
    <p:bg>
      <p:bgPr>
        <a:solidFill>
          <a:schemeClr val="accent6"/>
        </a:solidFill>
        <a:effectLst/>
      </p:bgPr>
    </p:bg>
    <p:spTree>
      <p:nvGrpSpPr>
        <p:cNvPr id="1" name=""/>
        <p:cNvGrpSpPr/>
        <p:nvPr/>
      </p:nvGrpSpPr>
      <p:grpSpPr>
        <a:xfrm>
          <a:off x="0" y="0"/>
          <a:ext cx="0" cy="0"/>
          <a:chOff x="0" y="0"/>
          <a:chExt cx="0" cy="0"/>
        </a:xfrm>
      </p:grpSpPr>
      <p:sp>
        <p:nvSpPr>
          <p:cNvPr id="33" name="Picture Placeholder 32">
            <a:extLst>
              <a:ext uri="{FF2B5EF4-FFF2-40B4-BE49-F238E27FC236}">
                <a16:creationId xmlns:a16="http://schemas.microsoft.com/office/drawing/2014/main" xmlns="" id="{88BA6D96-EFE3-4743-8FB5-544E9692D111}"/>
              </a:ext>
            </a:extLst>
          </p:cNvPr>
          <p:cNvSpPr>
            <a:spLocks noGrp="1"/>
          </p:cNvSpPr>
          <p:nvPr>
            <p:ph type="pic" sz="quarter" idx="26"/>
          </p:nvPr>
        </p:nvSpPr>
        <p:spPr>
          <a:xfrm>
            <a:off x="2" y="0"/>
            <a:ext cx="9155429" cy="6858000"/>
          </a:xfrm>
          <a:custGeom>
            <a:avLst/>
            <a:gdLst>
              <a:gd name="connsiteX0" fmla="*/ 5490209 w 9155429"/>
              <a:gd name="connsiteY0" fmla="*/ 3511550 h 6858000"/>
              <a:gd name="connsiteX1" fmla="*/ 6979919 w 9155429"/>
              <a:gd name="connsiteY1" fmla="*/ 3511550 h 6858000"/>
              <a:gd name="connsiteX2" fmla="*/ 5541009 w 9155429"/>
              <a:gd name="connsiteY2" fmla="*/ 6858000 h 6858000"/>
              <a:gd name="connsiteX3" fmla="*/ 4050029 w 9155429"/>
              <a:gd name="connsiteY3" fmla="*/ 6858000 h 6858000"/>
              <a:gd name="connsiteX4" fmla="*/ 0 w 9155429"/>
              <a:gd name="connsiteY4" fmla="*/ 3511550 h 6858000"/>
              <a:gd name="connsiteX5" fmla="*/ 2444750 w 9155429"/>
              <a:gd name="connsiteY5" fmla="*/ 3511550 h 6858000"/>
              <a:gd name="connsiteX6" fmla="*/ 1004570 w 9155429"/>
              <a:gd name="connsiteY6" fmla="*/ 6858000 h 6858000"/>
              <a:gd name="connsiteX7" fmla="*/ 0 w 9155429"/>
              <a:gd name="connsiteY7" fmla="*/ 6858000 h 6858000"/>
              <a:gd name="connsiteX8" fmla="*/ 7001509 w 9155429"/>
              <a:gd name="connsiteY8" fmla="*/ 1 h 6858000"/>
              <a:gd name="connsiteX9" fmla="*/ 8491219 w 9155429"/>
              <a:gd name="connsiteY9" fmla="*/ 1 h 6858000"/>
              <a:gd name="connsiteX10" fmla="*/ 7051039 w 9155429"/>
              <a:gd name="connsiteY10" fmla="*/ 3346450 h 6858000"/>
              <a:gd name="connsiteX11" fmla="*/ 5561329 w 9155429"/>
              <a:gd name="connsiteY11" fmla="*/ 3346450 h 6858000"/>
              <a:gd name="connsiteX12" fmla="*/ 8722359 w 9155429"/>
              <a:gd name="connsiteY12" fmla="*/ 0 h 6858000"/>
              <a:gd name="connsiteX13" fmla="*/ 9155429 w 9155429"/>
              <a:gd name="connsiteY13" fmla="*/ 0 h 6858000"/>
              <a:gd name="connsiteX14" fmla="*/ 6203949 w 9155429"/>
              <a:gd name="connsiteY14" fmla="*/ 6858000 h 6858000"/>
              <a:gd name="connsiteX15" fmla="*/ 5772149 w 9155429"/>
              <a:gd name="connsiteY15" fmla="*/ 6858000 h 6858000"/>
              <a:gd name="connsiteX16" fmla="*/ 4190999 w 9155429"/>
              <a:gd name="connsiteY16" fmla="*/ 0 h 6858000"/>
              <a:gd name="connsiteX17" fmla="*/ 6753859 w 9155429"/>
              <a:gd name="connsiteY17" fmla="*/ 0 h 6858000"/>
              <a:gd name="connsiteX18" fmla="*/ 3802379 w 9155429"/>
              <a:gd name="connsiteY18" fmla="*/ 6858000 h 6858000"/>
              <a:gd name="connsiteX19" fmla="*/ 1239520 w 9155429"/>
              <a:gd name="connsiteY19" fmla="*/ 6858000 h 6858000"/>
              <a:gd name="connsiteX20" fmla="*/ 0 w 9155429"/>
              <a:gd name="connsiteY20" fmla="*/ 0 h 6858000"/>
              <a:gd name="connsiteX21" fmla="*/ 3956050 w 9155429"/>
              <a:gd name="connsiteY21" fmla="*/ 0 h 6858000"/>
              <a:gd name="connsiteX22" fmla="*/ 2515869 w 9155429"/>
              <a:gd name="connsiteY22" fmla="*/ 3346450 h 6858000"/>
              <a:gd name="connsiteX23" fmla="*/ 0 w 9155429"/>
              <a:gd name="connsiteY23" fmla="*/ 33464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155429" h="6858000">
                <a:moveTo>
                  <a:pt x="5490209" y="3511550"/>
                </a:moveTo>
                <a:lnTo>
                  <a:pt x="6979919" y="3511550"/>
                </a:lnTo>
                <a:lnTo>
                  <a:pt x="5541009" y="6858000"/>
                </a:lnTo>
                <a:lnTo>
                  <a:pt x="4050029" y="6858000"/>
                </a:lnTo>
                <a:close/>
                <a:moveTo>
                  <a:pt x="0" y="3511550"/>
                </a:moveTo>
                <a:lnTo>
                  <a:pt x="2444750" y="3511550"/>
                </a:lnTo>
                <a:lnTo>
                  <a:pt x="1004570" y="6858000"/>
                </a:lnTo>
                <a:lnTo>
                  <a:pt x="0" y="6858000"/>
                </a:lnTo>
                <a:close/>
                <a:moveTo>
                  <a:pt x="7001509" y="1"/>
                </a:moveTo>
                <a:lnTo>
                  <a:pt x="8491219" y="1"/>
                </a:lnTo>
                <a:lnTo>
                  <a:pt x="7051039" y="3346450"/>
                </a:lnTo>
                <a:lnTo>
                  <a:pt x="5561329" y="3346450"/>
                </a:lnTo>
                <a:close/>
                <a:moveTo>
                  <a:pt x="8722359" y="0"/>
                </a:moveTo>
                <a:lnTo>
                  <a:pt x="9155429" y="0"/>
                </a:lnTo>
                <a:lnTo>
                  <a:pt x="6203949" y="6858000"/>
                </a:lnTo>
                <a:lnTo>
                  <a:pt x="5772149" y="6858000"/>
                </a:lnTo>
                <a:close/>
                <a:moveTo>
                  <a:pt x="4190999" y="0"/>
                </a:moveTo>
                <a:lnTo>
                  <a:pt x="6753859" y="0"/>
                </a:lnTo>
                <a:lnTo>
                  <a:pt x="3802379" y="6858000"/>
                </a:lnTo>
                <a:lnTo>
                  <a:pt x="1239520" y="6858000"/>
                </a:lnTo>
                <a:close/>
                <a:moveTo>
                  <a:pt x="0" y="0"/>
                </a:moveTo>
                <a:lnTo>
                  <a:pt x="3956050" y="0"/>
                </a:lnTo>
                <a:lnTo>
                  <a:pt x="2515869" y="3346450"/>
                </a:lnTo>
                <a:lnTo>
                  <a:pt x="0" y="3346450"/>
                </a:lnTo>
                <a:close/>
              </a:path>
            </a:pathLst>
          </a:custGeom>
          <a:solidFill>
            <a:schemeClr val="bg1">
              <a:lumMod val="65000"/>
            </a:schemeClr>
          </a:solidFill>
        </p:spPr>
        <p:txBody>
          <a:bodyPr wrap="square" anchor="ctr" anchorCtr="0">
            <a:noAutofit/>
          </a:bodyPr>
          <a:lstStyle>
            <a:lvl1pPr marL="0" indent="0" algn="ctr">
              <a:buNone/>
              <a:defRPr sz="1400"/>
            </a:lvl1pPr>
          </a:lstStyle>
          <a:p>
            <a:r>
              <a:rPr lang="en-US" smtClean="0"/>
              <a:t>Click icon to add picture</a:t>
            </a:r>
            <a:endParaRPr lang="ru-RU" dirty="0"/>
          </a:p>
        </p:txBody>
      </p:sp>
      <p:sp>
        <p:nvSpPr>
          <p:cNvPr id="14" name="Graphic 19">
            <a:extLst>
              <a:ext uri="{FF2B5EF4-FFF2-40B4-BE49-F238E27FC236}">
                <a16:creationId xmlns:a16="http://schemas.microsoft.com/office/drawing/2014/main" xmlns="" id="{97347B99-304D-468D-B6F0-9D59E6077A64}"/>
              </a:ext>
            </a:extLst>
          </p:cNvPr>
          <p:cNvSpPr/>
          <p:nvPr userDrawn="1"/>
        </p:nvSpPr>
        <p:spPr>
          <a:xfrm flipH="1">
            <a:off x="9004387" y="3285679"/>
            <a:ext cx="3191256" cy="146304"/>
          </a:xfrm>
          <a:custGeom>
            <a:avLst/>
            <a:gdLst>
              <a:gd name="connsiteX0" fmla="*/ 7144 w 2800350"/>
              <a:gd name="connsiteY0" fmla="*/ 7144 h 114300"/>
              <a:gd name="connsiteX1" fmla="*/ 7144 w 2800350"/>
              <a:gd name="connsiteY1" fmla="*/ 115729 h 114300"/>
              <a:gd name="connsiteX2" fmla="*/ 2726531 w 2800350"/>
              <a:gd name="connsiteY2" fmla="*/ 115729 h 114300"/>
              <a:gd name="connsiteX3" fmla="*/ 2797969 w 2800350"/>
              <a:gd name="connsiteY3" fmla="*/ 7144 h 114300"/>
            </a:gdLst>
            <a:ahLst/>
            <a:cxnLst>
              <a:cxn ang="0">
                <a:pos x="connsiteX0" y="connsiteY0"/>
              </a:cxn>
              <a:cxn ang="0">
                <a:pos x="connsiteX1" y="connsiteY1"/>
              </a:cxn>
              <a:cxn ang="0">
                <a:pos x="connsiteX2" y="connsiteY2"/>
              </a:cxn>
              <a:cxn ang="0">
                <a:pos x="connsiteX3" y="connsiteY3"/>
              </a:cxn>
            </a:cxnLst>
            <a:rect l="l" t="t" r="r" b="b"/>
            <a:pathLst>
              <a:path w="2800350" h="114300">
                <a:moveTo>
                  <a:pt x="7144" y="7144"/>
                </a:moveTo>
                <a:lnTo>
                  <a:pt x="7144" y="115729"/>
                </a:lnTo>
                <a:lnTo>
                  <a:pt x="2726531" y="115729"/>
                </a:lnTo>
                <a:lnTo>
                  <a:pt x="2797969" y="7144"/>
                </a:lnTo>
                <a:close/>
              </a:path>
            </a:pathLst>
          </a:custGeom>
          <a:solidFill>
            <a:schemeClr val="bg2">
              <a:alpha val="70000"/>
            </a:schemeClr>
          </a:solidFill>
          <a:ln w="9525" cap="flat">
            <a:noFill/>
            <a:prstDash val="solid"/>
            <a:miter/>
          </a:ln>
        </p:spPr>
        <p:txBody>
          <a:bodyPr rtlCol="0" anchor="ctr"/>
          <a:lstStyle/>
          <a:p>
            <a:r>
              <a:rPr lang="en-US" dirty="0"/>
              <a:t> </a:t>
            </a:r>
            <a:endParaRPr lang="ru-RU" dirty="0"/>
          </a:p>
        </p:txBody>
      </p:sp>
      <p:sp>
        <p:nvSpPr>
          <p:cNvPr id="20" name="Title 1">
            <a:extLst>
              <a:ext uri="{FF2B5EF4-FFF2-40B4-BE49-F238E27FC236}">
                <a16:creationId xmlns:a16="http://schemas.microsoft.com/office/drawing/2014/main" xmlns="" id="{BB615286-AF88-4751-9BF6-3F030092F6F6}"/>
              </a:ext>
            </a:extLst>
          </p:cNvPr>
          <p:cNvSpPr>
            <a:spLocks noGrp="1"/>
          </p:cNvSpPr>
          <p:nvPr>
            <p:ph type="title" hasCustomPrompt="1"/>
          </p:nvPr>
        </p:nvSpPr>
        <p:spPr>
          <a:xfrm>
            <a:off x="7192372" y="973512"/>
            <a:ext cx="4183939" cy="2281355"/>
          </a:xfrm>
        </p:spPr>
        <p:txBody>
          <a:bodyPr>
            <a:noAutofit/>
          </a:bodyPr>
          <a:lstStyle>
            <a:lvl1pPr algn="r">
              <a:defRPr sz="7000" b="1">
                <a:solidFill>
                  <a:schemeClr val="bg1"/>
                </a:solidFill>
              </a:defRPr>
            </a:lvl1pPr>
          </a:lstStyle>
          <a:p>
            <a:r>
              <a:rPr lang="en-US" dirty="0"/>
              <a:t>THANK</a:t>
            </a:r>
            <a:br>
              <a:rPr lang="en-US" dirty="0"/>
            </a:br>
            <a:r>
              <a:rPr lang="en-US" dirty="0"/>
              <a:t>YOU!</a:t>
            </a:r>
            <a:endParaRPr lang="ru-RU" dirty="0"/>
          </a:p>
        </p:txBody>
      </p:sp>
      <p:sp>
        <p:nvSpPr>
          <p:cNvPr id="21" name="Text Placeholder 14">
            <a:extLst>
              <a:ext uri="{FF2B5EF4-FFF2-40B4-BE49-F238E27FC236}">
                <a16:creationId xmlns:a16="http://schemas.microsoft.com/office/drawing/2014/main" xmlns="" id="{5E15D97E-2723-48C3-B835-65DB0286DB64}"/>
              </a:ext>
            </a:extLst>
          </p:cNvPr>
          <p:cNvSpPr>
            <a:spLocks noGrp="1"/>
          </p:cNvSpPr>
          <p:nvPr>
            <p:ph type="body" sz="quarter" idx="13" hasCustomPrompt="1"/>
          </p:nvPr>
        </p:nvSpPr>
        <p:spPr>
          <a:xfrm>
            <a:off x="8240540" y="3675708"/>
            <a:ext cx="3135771" cy="1101897"/>
          </a:xfrm>
        </p:spPr>
        <p:txBody>
          <a:bodyPr>
            <a:noAutofit/>
          </a:bodyPr>
          <a:lstStyle>
            <a:lvl1pPr marL="0" indent="0" algn="r">
              <a:buNone/>
              <a:defRPr sz="3500" b="0" i="0">
                <a:solidFill>
                  <a:schemeClr val="tx2"/>
                </a:solidFill>
              </a:defRPr>
            </a:lvl1pPr>
          </a:lstStyle>
          <a:p>
            <a:pPr lvl="0"/>
            <a:r>
              <a:rPr lang="en-US" dirty="0"/>
              <a:t>Alexander</a:t>
            </a:r>
            <a:br>
              <a:rPr lang="en-US" dirty="0"/>
            </a:br>
            <a:r>
              <a:rPr lang="en-US" dirty="0" err="1"/>
              <a:t>Martensson</a:t>
            </a:r>
            <a:endParaRPr lang="en-US" dirty="0"/>
          </a:p>
        </p:txBody>
      </p:sp>
      <p:sp>
        <p:nvSpPr>
          <p:cNvPr id="25" name="Text Placeholder 26">
            <a:extLst>
              <a:ext uri="{FF2B5EF4-FFF2-40B4-BE49-F238E27FC236}">
                <a16:creationId xmlns:a16="http://schemas.microsoft.com/office/drawing/2014/main" xmlns="" id="{4D45CEBA-121A-426A-897A-9E3CDC5F5CC1}"/>
              </a:ext>
            </a:extLst>
          </p:cNvPr>
          <p:cNvSpPr>
            <a:spLocks noGrp="1"/>
          </p:cNvSpPr>
          <p:nvPr>
            <p:ph type="body" sz="quarter" idx="22" hasCustomPrompt="1"/>
          </p:nvPr>
        </p:nvSpPr>
        <p:spPr>
          <a:xfrm>
            <a:off x="7008780" y="5019264"/>
            <a:ext cx="4367531" cy="474519"/>
          </a:xfrm>
        </p:spPr>
        <p:txBody>
          <a:bodyPr>
            <a:noAutofit/>
          </a:bodyPr>
          <a:lstStyle>
            <a:lvl1pPr marL="0" indent="0" algn="r">
              <a:buNone/>
              <a:defRPr sz="22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dirty="0"/>
              <a:t>678-555-0128</a:t>
            </a:r>
          </a:p>
        </p:txBody>
      </p:sp>
      <p:sp>
        <p:nvSpPr>
          <p:cNvPr id="28" name="Text Placeholder 26">
            <a:extLst>
              <a:ext uri="{FF2B5EF4-FFF2-40B4-BE49-F238E27FC236}">
                <a16:creationId xmlns:a16="http://schemas.microsoft.com/office/drawing/2014/main" xmlns="" id="{0767B0C7-7BD9-4BF1-8D3D-91DED23803E6}"/>
              </a:ext>
            </a:extLst>
          </p:cNvPr>
          <p:cNvSpPr>
            <a:spLocks noGrp="1"/>
          </p:cNvSpPr>
          <p:nvPr>
            <p:ph type="body" sz="quarter" idx="23" hasCustomPrompt="1"/>
          </p:nvPr>
        </p:nvSpPr>
        <p:spPr>
          <a:xfrm>
            <a:off x="7008780" y="4805882"/>
            <a:ext cx="4367531" cy="288000"/>
          </a:xfrm>
        </p:spPr>
        <p:txBody>
          <a:bodyPr>
            <a:noAutofit/>
          </a:bodyPr>
          <a:lstStyle>
            <a:lvl1pPr marL="0" indent="0" algn="r">
              <a:buNone/>
              <a:defRPr sz="14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dirty="0"/>
              <a:t>Phone</a:t>
            </a:r>
          </a:p>
        </p:txBody>
      </p:sp>
      <p:sp>
        <p:nvSpPr>
          <p:cNvPr id="31" name="Text Placeholder 26">
            <a:extLst>
              <a:ext uri="{FF2B5EF4-FFF2-40B4-BE49-F238E27FC236}">
                <a16:creationId xmlns:a16="http://schemas.microsoft.com/office/drawing/2014/main" xmlns="" id="{26B74744-5435-47DD-B65F-16D8E7AC1557}"/>
              </a:ext>
            </a:extLst>
          </p:cNvPr>
          <p:cNvSpPr>
            <a:spLocks noGrp="1"/>
          </p:cNvSpPr>
          <p:nvPr>
            <p:ph type="body" sz="quarter" idx="24" hasCustomPrompt="1"/>
          </p:nvPr>
        </p:nvSpPr>
        <p:spPr>
          <a:xfrm>
            <a:off x="5455755" y="5685822"/>
            <a:ext cx="5920556" cy="474519"/>
          </a:xfrm>
        </p:spPr>
        <p:txBody>
          <a:bodyPr>
            <a:noAutofit/>
          </a:bodyPr>
          <a:lstStyle>
            <a:lvl1pPr marL="0" indent="0" algn="r">
              <a:buNone/>
              <a:defRPr sz="22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dirty="0"/>
              <a:t>martensson@example.com</a:t>
            </a:r>
          </a:p>
        </p:txBody>
      </p:sp>
      <p:sp>
        <p:nvSpPr>
          <p:cNvPr id="32" name="Text Placeholder 26">
            <a:extLst>
              <a:ext uri="{FF2B5EF4-FFF2-40B4-BE49-F238E27FC236}">
                <a16:creationId xmlns:a16="http://schemas.microsoft.com/office/drawing/2014/main" xmlns="" id="{20815411-0E43-4B6B-92C7-6E312091ABAB}"/>
              </a:ext>
            </a:extLst>
          </p:cNvPr>
          <p:cNvSpPr>
            <a:spLocks noGrp="1"/>
          </p:cNvSpPr>
          <p:nvPr>
            <p:ph type="body" sz="quarter" idx="25" hasCustomPrompt="1"/>
          </p:nvPr>
        </p:nvSpPr>
        <p:spPr>
          <a:xfrm>
            <a:off x="7008780" y="5466001"/>
            <a:ext cx="4367531" cy="288000"/>
          </a:xfrm>
        </p:spPr>
        <p:txBody>
          <a:bodyPr>
            <a:noAutofit/>
          </a:bodyPr>
          <a:lstStyle>
            <a:lvl1pPr marL="0" indent="0" algn="r">
              <a:buNone/>
              <a:defRPr sz="14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dirty="0"/>
              <a:t>Email</a:t>
            </a:r>
          </a:p>
        </p:txBody>
      </p:sp>
    </p:spTree>
    <p:extLst>
      <p:ext uri="{BB962C8B-B14F-4D97-AF65-F5344CB8AC3E}">
        <p14:creationId xmlns:p14="http://schemas.microsoft.com/office/powerpoint/2010/main" val="2153193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xmlns="" id="{8E43AF0D-28CB-4D3A-A944-CE3DCAAC5657}"/>
              </a:ext>
            </a:extLst>
          </p:cNvPr>
          <p:cNvSpPr/>
          <p:nvPr userDrawn="1"/>
        </p:nvSpPr>
        <p:spPr>
          <a:xfrm>
            <a:off x="3033191" y="0"/>
            <a:ext cx="9155634" cy="6858000"/>
          </a:xfrm>
          <a:custGeom>
            <a:avLst/>
            <a:gdLst>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2101419 w 9155634"/>
              <a:gd name="connsiteY4" fmla="*/ 3511550 h 6858000"/>
              <a:gd name="connsiteX5" fmla="*/ 3591129 w 9155634"/>
              <a:gd name="connsiteY5" fmla="*/ 3511550 h 6858000"/>
              <a:gd name="connsiteX6" fmla="*/ 2150949 w 9155634"/>
              <a:gd name="connsiteY6" fmla="*/ 6858000 h 6858000"/>
              <a:gd name="connsiteX7" fmla="*/ 661239 w 9155634"/>
              <a:gd name="connsiteY7" fmla="*/ 6858000 h 6858000"/>
              <a:gd name="connsiteX8" fmla="*/ 8147889 w 9155634"/>
              <a:gd name="connsiteY8" fmla="*/ 0 h 6858000"/>
              <a:gd name="connsiteX9" fmla="*/ 9155634 w 9155634"/>
              <a:gd name="connsiteY9" fmla="*/ 0 h 6858000"/>
              <a:gd name="connsiteX10" fmla="*/ 9155634 w 9155634"/>
              <a:gd name="connsiteY10" fmla="*/ 3346450 h 6858000"/>
              <a:gd name="connsiteX11" fmla="*/ 6707709 w 9155634"/>
              <a:gd name="connsiteY11" fmla="*/ 3346450 h 6858000"/>
              <a:gd name="connsiteX12" fmla="*/ 5350079 w 9155634"/>
              <a:gd name="connsiteY12" fmla="*/ 0 h 6858000"/>
              <a:gd name="connsiteX13" fmla="*/ 7912939 w 9155634"/>
              <a:gd name="connsiteY13" fmla="*/ 0 h 6858000"/>
              <a:gd name="connsiteX14" fmla="*/ 4961459 w 9155634"/>
              <a:gd name="connsiteY14" fmla="*/ 6858000 h 6858000"/>
              <a:gd name="connsiteX15" fmla="*/ 2399869 w 9155634"/>
              <a:gd name="connsiteY15" fmla="*/ 6858000 h 6858000"/>
              <a:gd name="connsiteX16" fmla="*/ 3612719 w 9155634"/>
              <a:gd name="connsiteY16" fmla="*/ 0 h 6858000"/>
              <a:gd name="connsiteX17" fmla="*/ 5102429 w 9155634"/>
              <a:gd name="connsiteY17" fmla="*/ 0 h 6858000"/>
              <a:gd name="connsiteX18" fmla="*/ 3662249 w 9155634"/>
              <a:gd name="connsiteY18" fmla="*/ 3346450 h 6858000"/>
              <a:gd name="connsiteX19" fmla="*/ 2172539 w 9155634"/>
              <a:gd name="connsiteY19" fmla="*/ 3346450 h 6858000"/>
              <a:gd name="connsiteX20" fmla="*/ 2947249 w 9155634"/>
              <a:gd name="connsiteY20" fmla="*/ 0 h 6858000"/>
              <a:gd name="connsiteX21" fmla="*/ 3381579 w 9155634"/>
              <a:gd name="connsiteY21" fmla="*/ 0 h 6858000"/>
              <a:gd name="connsiteX22" fmla="*/ 430099 w 9155634"/>
              <a:gd name="connsiteY22" fmla="*/ 6858000 h 6858000"/>
              <a:gd name="connsiteX23" fmla="*/ 0 w 9155634"/>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155634" h="6858000">
                <a:moveTo>
                  <a:pt x="6636589" y="3511550"/>
                </a:moveTo>
                <a:lnTo>
                  <a:pt x="9155634" y="3511550"/>
                </a:lnTo>
                <a:lnTo>
                  <a:pt x="9155634" y="6858000"/>
                </a:lnTo>
                <a:lnTo>
                  <a:pt x="5196409" y="6858000"/>
                </a:lnTo>
                <a:close/>
                <a:moveTo>
                  <a:pt x="2101419" y="3511550"/>
                </a:moveTo>
                <a:lnTo>
                  <a:pt x="3591129" y="3511550"/>
                </a:lnTo>
                <a:lnTo>
                  <a:pt x="2150949" y="6858000"/>
                </a:lnTo>
                <a:lnTo>
                  <a:pt x="661239" y="6858000"/>
                </a:lnTo>
                <a:close/>
                <a:moveTo>
                  <a:pt x="8147889" y="0"/>
                </a:moveTo>
                <a:lnTo>
                  <a:pt x="9155634" y="0"/>
                </a:lnTo>
                <a:lnTo>
                  <a:pt x="9155634" y="3346450"/>
                </a:lnTo>
                <a:lnTo>
                  <a:pt x="6707709" y="3346450"/>
                </a:lnTo>
                <a:close/>
                <a:moveTo>
                  <a:pt x="5350079" y="0"/>
                </a:moveTo>
                <a:lnTo>
                  <a:pt x="7912939" y="0"/>
                </a:lnTo>
                <a:lnTo>
                  <a:pt x="4961459" y="6858000"/>
                </a:lnTo>
                <a:lnTo>
                  <a:pt x="2399869" y="6858000"/>
                </a:lnTo>
                <a:close/>
                <a:moveTo>
                  <a:pt x="3612719" y="0"/>
                </a:moveTo>
                <a:lnTo>
                  <a:pt x="5102429" y="0"/>
                </a:lnTo>
                <a:lnTo>
                  <a:pt x="3662249" y="3346450"/>
                </a:lnTo>
                <a:lnTo>
                  <a:pt x="2172539" y="3346450"/>
                </a:lnTo>
                <a:close/>
                <a:moveTo>
                  <a:pt x="2947249" y="0"/>
                </a:moveTo>
                <a:lnTo>
                  <a:pt x="3381579" y="0"/>
                </a:lnTo>
                <a:lnTo>
                  <a:pt x="430099" y="6858000"/>
                </a:lnTo>
                <a:lnTo>
                  <a:pt x="0" y="6858000"/>
                </a:lnTo>
                <a:close/>
              </a:path>
            </a:pathLst>
          </a:custGeom>
          <a:solidFill>
            <a:schemeClr val="bg2">
              <a:alpha val="15000"/>
            </a:schemeClr>
          </a:solidFill>
          <a:ln w="12700" cap="flat">
            <a:noFill/>
            <a:prstDash val="solid"/>
            <a:miter/>
          </a:ln>
        </p:spPr>
        <p:txBody>
          <a:bodyPr rtlCol="0" anchor="ctr"/>
          <a:lstStyle/>
          <a:p>
            <a:pPr algn="l"/>
            <a:endParaRPr lang="en-US" dirty="0"/>
          </a:p>
        </p:txBody>
      </p:sp>
      <p:sp>
        <p:nvSpPr>
          <p:cNvPr id="22" name="Graphic 19">
            <a:extLst>
              <a:ext uri="{FF2B5EF4-FFF2-40B4-BE49-F238E27FC236}">
                <a16:creationId xmlns:a16="http://schemas.microsoft.com/office/drawing/2014/main" xmlns="" id="{A6B740BD-8499-412C-AE4E-A4AD7F73100E}"/>
              </a:ext>
            </a:extLst>
          </p:cNvPr>
          <p:cNvSpPr/>
          <p:nvPr/>
        </p:nvSpPr>
        <p:spPr>
          <a:xfrm>
            <a:off x="-10852" y="3369468"/>
            <a:ext cx="3722400" cy="144000"/>
          </a:xfrm>
          <a:custGeom>
            <a:avLst/>
            <a:gdLst>
              <a:gd name="connsiteX0" fmla="*/ 7144 w 2800350"/>
              <a:gd name="connsiteY0" fmla="*/ 7144 h 114300"/>
              <a:gd name="connsiteX1" fmla="*/ 7144 w 2800350"/>
              <a:gd name="connsiteY1" fmla="*/ 115729 h 114300"/>
              <a:gd name="connsiteX2" fmla="*/ 2726531 w 2800350"/>
              <a:gd name="connsiteY2" fmla="*/ 115729 h 114300"/>
              <a:gd name="connsiteX3" fmla="*/ 2797969 w 2800350"/>
              <a:gd name="connsiteY3" fmla="*/ 7144 h 114300"/>
            </a:gdLst>
            <a:ahLst/>
            <a:cxnLst>
              <a:cxn ang="0">
                <a:pos x="connsiteX0" y="connsiteY0"/>
              </a:cxn>
              <a:cxn ang="0">
                <a:pos x="connsiteX1" y="connsiteY1"/>
              </a:cxn>
              <a:cxn ang="0">
                <a:pos x="connsiteX2" y="connsiteY2"/>
              </a:cxn>
              <a:cxn ang="0">
                <a:pos x="connsiteX3" y="connsiteY3"/>
              </a:cxn>
            </a:cxnLst>
            <a:rect l="l" t="t" r="r" b="b"/>
            <a:pathLst>
              <a:path w="2800350" h="114300">
                <a:moveTo>
                  <a:pt x="7144" y="7144"/>
                </a:moveTo>
                <a:lnTo>
                  <a:pt x="7144" y="115729"/>
                </a:lnTo>
                <a:lnTo>
                  <a:pt x="2726531" y="115729"/>
                </a:lnTo>
                <a:lnTo>
                  <a:pt x="2797969" y="7144"/>
                </a:lnTo>
                <a:close/>
              </a:path>
            </a:pathLst>
          </a:custGeom>
          <a:solidFill>
            <a:schemeClr val="bg2">
              <a:alpha val="70000"/>
            </a:schemeClr>
          </a:solidFill>
          <a:ln w="9525" cap="flat">
            <a:noFill/>
            <a:prstDash val="solid"/>
            <a:miter/>
          </a:ln>
        </p:spPr>
        <p:txBody>
          <a:bodyPr rtlCol="0" anchor="ctr"/>
          <a:lstStyle/>
          <a:p>
            <a:r>
              <a:rPr lang="en-US" dirty="0"/>
              <a:t> </a:t>
            </a:r>
            <a:endParaRPr lang="ru-RU" dirty="0"/>
          </a:p>
        </p:txBody>
      </p:sp>
      <p:sp>
        <p:nvSpPr>
          <p:cNvPr id="26" name="Title 1">
            <a:extLst>
              <a:ext uri="{FF2B5EF4-FFF2-40B4-BE49-F238E27FC236}">
                <a16:creationId xmlns:a16="http://schemas.microsoft.com/office/drawing/2014/main" xmlns="" id="{310DFD8C-544F-465B-8315-8B3AA8B95790}"/>
              </a:ext>
            </a:extLst>
          </p:cNvPr>
          <p:cNvSpPr>
            <a:spLocks noGrp="1"/>
          </p:cNvSpPr>
          <p:nvPr>
            <p:ph type="title" hasCustomPrompt="1"/>
          </p:nvPr>
        </p:nvSpPr>
        <p:spPr>
          <a:xfrm>
            <a:off x="770021" y="1096344"/>
            <a:ext cx="10510754" cy="2281355"/>
          </a:xfrm>
        </p:spPr>
        <p:txBody>
          <a:bodyPr>
            <a:noAutofit/>
          </a:bodyPr>
          <a:lstStyle>
            <a:lvl1pPr algn="l">
              <a:defRPr sz="7000" b="1">
                <a:solidFill>
                  <a:schemeClr val="bg1"/>
                </a:solidFill>
              </a:defRPr>
            </a:lvl1pPr>
          </a:lstStyle>
          <a:p>
            <a:r>
              <a:rPr lang="en-US" dirty="0"/>
              <a:t>PRESENTATION</a:t>
            </a:r>
            <a:r>
              <a:rPr lang="ru-RU" dirty="0"/>
              <a:t/>
            </a:r>
            <a:br>
              <a:rPr lang="ru-RU" dirty="0"/>
            </a:br>
            <a:r>
              <a:rPr lang="en-US" dirty="0"/>
              <a:t>TITLE</a:t>
            </a:r>
            <a:endParaRPr lang="ru-RU" dirty="0"/>
          </a:p>
        </p:txBody>
      </p:sp>
      <p:sp>
        <p:nvSpPr>
          <p:cNvPr id="15" name="Subtitle 2">
            <a:extLst>
              <a:ext uri="{FF2B5EF4-FFF2-40B4-BE49-F238E27FC236}">
                <a16:creationId xmlns:a16="http://schemas.microsoft.com/office/drawing/2014/main" xmlns="" id="{8046DF3F-8EBA-4583-9F19-45C979FDAB65}"/>
              </a:ext>
            </a:extLst>
          </p:cNvPr>
          <p:cNvSpPr>
            <a:spLocks noGrp="1"/>
          </p:cNvSpPr>
          <p:nvPr>
            <p:ph type="subTitle" idx="1"/>
          </p:nvPr>
        </p:nvSpPr>
        <p:spPr>
          <a:xfrm>
            <a:off x="770021" y="3773554"/>
            <a:ext cx="10090287" cy="1101897"/>
          </a:xfrm>
        </p:spPr>
        <p:txBody>
          <a:bodyPr vert="horz" lIns="91440" tIns="45720" rIns="91440" bIns="45720" rtlCol="0">
            <a:noAutofit/>
          </a:bodyPr>
          <a:lstStyle>
            <a:lvl1pPr marL="0" indent="0">
              <a:buNone/>
              <a:defRPr lang="en-US" sz="3500" b="0" i="0"/>
            </a:lvl1pPr>
          </a:lstStyle>
          <a:p>
            <a:pPr marL="228600" lvl="0" indent="-228600"/>
            <a:r>
              <a:rPr lang="en-US" smtClean="0"/>
              <a:t>Click to edit Master subtitle style</a:t>
            </a:r>
            <a:endParaRPr lang="en-US"/>
          </a:p>
        </p:txBody>
      </p:sp>
    </p:spTree>
    <p:extLst>
      <p:ext uri="{BB962C8B-B14F-4D97-AF65-F5344CB8AC3E}">
        <p14:creationId xmlns:p14="http://schemas.microsoft.com/office/powerpoint/2010/main" val="19467411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xmlns="" id="{982713AA-FAF7-4D64-AB9D-53ACFDBF8B5B}"/>
              </a:ext>
            </a:extLst>
          </p:cNvPr>
          <p:cNvSpPr/>
          <p:nvPr userDrawn="1"/>
        </p:nvSpPr>
        <p:spPr>
          <a:xfrm>
            <a:off x="-1" y="172278"/>
            <a:ext cx="12192000" cy="6559826"/>
          </a:xfrm>
          <a:custGeom>
            <a:avLst/>
            <a:gdLst>
              <a:gd name="connsiteX0" fmla="*/ 5864259 w 12192000"/>
              <a:gd name="connsiteY0" fmla="*/ 2854132 h 6559826"/>
              <a:gd name="connsiteX1" fmla="*/ 5864259 w 12192000"/>
              <a:gd name="connsiteY1" fmla="*/ 5342062 h 6559826"/>
              <a:gd name="connsiteX2" fmla="*/ 6907 w 12192000"/>
              <a:gd name="connsiteY2" fmla="*/ 6559826 h 6559826"/>
              <a:gd name="connsiteX3" fmla="*/ 0 w 12192000"/>
              <a:gd name="connsiteY3" fmla="*/ 6559826 h 6559826"/>
              <a:gd name="connsiteX4" fmla="*/ 0 w 12192000"/>
              <a:gd name="connsiteY4" fmla="*/ 4073332 h 6559826"/>
              <a:gd name="connsiteX5" fmla="*/ 12192000 w 12192000"/>
              <a:gd name="connsiteY5" fmla="*/ 2685378 h 6559826"/>
              <a:gd name="connsiteX6" fmla="*/ 12192000 w 12192000"/>
              <a:gd name="connsiteY6" fmla="*/ 5173308 h 6559826"/>
              <a:gd name="connsiteX7" fmla="*/ 6104805 w 12192000"/>
              <a:gd name="connsiteY7" fmla="*/ 6429182 h 6559826"/>
              <a:gd name="connsiteX8" fmla="*/ 6104805 w 12192000"/>
              <a:gd name="connsiteY8" fmla="*/ 3941252 h 6559826"/>
              <a:gd name="connsiteX9" fmla="*/ 11991762 w 12192000"/>
              <a:gd name="connsiteY9" fmla="*/ 0 h 6559826"/>
              <a:gd name="connsiteX10" fmla="*/ 12192000 w 12192000"/>
              <a:gd name="connsiteY10" fmla="*/ 0 h 6559826"/>
              <a:gd name="connsiteX11" fmla="*/ 12192000 w 12192000"/>
              <a:gd name="connsiteY11" fmla="*/ 2446611 h 6559826"/>
              <a:gd name="connsiteX12" fmla="*/ 6104805 w 12192000"/>
              <a:gd name="connsiteY12" fmla="*/ 3701222 h 6559826"/>
              <a:gd name="connsiteX13" fmla="*/ 6104805 w 12192000"/>
              <a:gd name="connsiteY13" fmla="*/ 1214562 h 655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559826">
                <a:moveTo>
                  <a:pt x="5864259" y="2854132"/>
                </a:moveTo>
                <a:lnTo>
                  <a:pt x="5864259" y="5342062"/>
                </a:lnTo>
                <a:lnTo>
                  <a:pt x="6907" y="6559826"/>
                </a:lnTo>
                <a:lnTo>
                  <a:pt x="0" y="6559826"/>
                </a:lnTo>
                <a:lnTo>
                  <a:pt x="0" y="4073332"/>
                </a:lnTo>
                <a:close/>
                <a:moveTo>
                  <a:pt x="12192000" y="2685378"/>
                </a:moveTo>
                <a:lnTo>
                  <a:pt x="12192000" y="5173308"/>
                </a:lnTo>
                <a:lnTo>
                  <a:pt x="6104805" y="6429182"/>
                </a:lnTo>
                <a:lnTo>
                  <a:pt x="6104805" y="3941252"/>
                </a:lnTo>
                <a:close/>
                <a:moveTo>
                  <a:pt x="11991762" y="0"/>
                </a:moveTo>
                <a:lnTo>
                  <a:pt x="12192000" y="0"/>
                </a:lnTo>
                <a:lnTo>
                  <a:pt x="12192000" y="2446611"/>
                </a:lnTo>
                <a:lnTo>
                  <a:pt x="6104805" y="3701222"/>
                </a:lnTo>
                <a:lnTo>
                  <a:pt x="6104805" y="1214562"/>
                </a:lnTo>
                <a:close/>
              </a:path>
            </a:pathLst>
          </a:custGeom>
          <a:solidFill>
            <a:schemeClr val="bg2">
              <a:alpha val="15000"/>
            </a:schemeClr>
          </a:solidFill>
          <a:ln w="12700" cap="flat">
            <a:noFill/>
            <a:prstDash val="solid"/>
            <a:miter/>
          </a:ln>
        </p:spPr>
        <p:txBody>
          <a:bodyPr rtlCol="0" anchor="ctr"/>
          <a:lstStyle/>
          <a:p>
            <a:pPr algn="l"/>
            <a:endParaRPr lang="en-US" dirty="0"/>
          </a:p>
        </p:txBody>
      </p:sp>
      <p:sp>
        <p:nvSpPr>
          <p:cNvPr id="2" name="Title 1">
            <a:extLst>
              <a:ext uri="{FF2B5EF4-FFF2-40B4-BE49-F238E27FC236}">
                <a16:creationId xmlns:a16="http://schemas.microsoft.com/office/drawing/2014/main" xmlns="" id="{CF097552-E3A8-41F6-B00B-4A39A247AA0E}"/>
              </a:ext>
            </a:extLst>
          </p:cNvPr>
          <p:cNvSpPr>
            <a:spLocks noGrp="1"/>
          </p:cNvSpPr>
          <p:nvPr>
            <p:ph type="title" hasCustomPrompt="1"/>
          </p:nvPr>
        </p:nvSpPr>
        <p:spPr>
          <a:xfrm>
            <a:off x="777240" y="1033272"/>
            <a:ext cx="5056083" cy="782638"/>
          </a:xfrm>
        </p:spPr>
        <p:txBody>
          <a:bodyPr>
            <a:normAutofit/>
          </a:bodyPr>
          <a:lstStyle>
            <a:lvl1pPr algn="l">
              <a:defRPr sz="4000" b="1">
                <a:solidFill>
                  <a:schemeClr val="bg1"/>
                </a:solidFill>
              </a:defRPr>
            </a:lvl1pPr>
          </a:lstStyle>
          <a:p>
            <a:r>
              <a:rPr lang="en-US" dirty="0"/>
              <a:t>DIVIDER SLIDE</a:t>
            </a:r>
            <a:endParaRPr lang="ru-RU" dirty="0"/>
          </a:p>
        </p:txBody>
      </p:sp>
      <p:sp>
        <p:nvSpPr>
          <p:cNvPr id="3" name="Slide Number Placeholder 2">
            <a:extLst>
              <a:ext uri="{FF2B5EF4-FFF2-40B4-BE49-F238E27FC236}">
                <a16:creationId xmlns:a16="http://schemas.microsoft.com/office/drawing/2014/main" xmlns=""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5" name="Graphic 4">
            <a:extLst>
              <a:ext uri="{FF2B5EF4-FFF2-40B4-BE49-F238E27FC236}">
                <a16:creationId xmlns:a16="http://schemas.microsoft.com/office/drawing/2014/main" xmlns="" id="{2095D1D4-8CA3-4CA3-825D-088EDB51A8AE}"/>
              </a:ext>
            </a:extLst>
          </p:cNvPr>
          <p:cNvSpPr/>
          <p:nvPr/>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7" name="Graphic 15">
            <a:extLst>
              <a:ext uri="{FF2B5EF4-FFF2-40B4-BE49-F238E27FC236}">
                <a16:creationId xmlns:a16="http://schemas.microsoft.com/office/drawing/2014/main" xmlns="" id="{2DB5E70B-ECC9-4800-9DC0-5897EF3F16AB}"/>
              </a:ext>
            </a:extLst>
          </p:cNvPr>
          <p:cNvSpPr/>
          <p:nvPr/>
        </p:nvSpPr>
        <p:spPr>
          <a:xfrm>
            <a:off x="-11174" y="1947672"/>
            <a:ext cx="5274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10" name="Text Placeholder 2">
            <a:extLst>
              <a:ext uri="{FF2B5EF4-FFF2-40B4-BE49-F238E27FC236}">
                <a16:creationId xmlns:a16="http://schemas.microsoft.com/office/drawing/2014/main" xmlns="" id="{A3B87DE7-6A4B-4A0E-8622-C9BA93F0B364}"/>
              </a:ext>
            </a:extLst>
          </p:cNvPr>
          <p:cNvSpPr>
            <a:spLocks noGrp="1"/>
          </p:cNvSpPr>
          <p:nvPr>
            <p:ph type="body" idx="1"/>
          </p:nvPr>
        </p:nvSpPr>
        <p:spPr>
          <a:xfrm>
            <a:off x="777240" y="2225393"/>
            <a:ext cx="5110693" cy="782638"/>
          </a:xfrm>
        </p:spPr>
        <p:txBody>
          <a:bodyPr vert="horz" lIns="91440" tIns="45720" rIns="91440" bIns="45720" rtlCol="0">
            <a:normAutofit/>
          </a:bodyPr>
          <a:lstStyle>
            <a:lvl1pPr marL="0" indent="0">
              <a:buNone/>
              <a:defRPr lang="en-US" sz="2200"/>
            </a:lvl1pPr>
          </a:lstStyle>
          <a:p>
            <a:pPr marL="228600" lvl="0" indent="-228600"/>
            <a:r>
              <a:rPr lang="en-US" smtClean="0"/>
              <a:t>Click to edit Master text styles</a:t>
            </a:r>
          </a:p>
        </p:txBody>
      </p:sp>
    </p:spTree>
    <p:extLst>
      <p:ext uri="{BB962C8B-B14F-4D97-AF65-F5344CB8AC3E}">
        <p14:creationId xmlns:p14="http://schemas.microsoft.com/office/powerpoint/2010/main" val="34723881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xmlns="" id="{9650CBA0-AE8F-4C6C-B273-73785A68EB92}"/>
              </a:ext>
            </a:extLst>
          </p:cNvPr>
          <p:cNvGrpSpPr/>
          <p:nvPr userDrawn="1"/>
        </p:nvGrpSpPr>
        <p:grpSpPr>
          <a:xfrm>
            <a:off x="0" y="0"/>
            <a:ext cx="12192000" cy="6858000"/>
            <a:chOff x="0" y="0"/>
            <a:chExt cx="12192000" cy="6858000"/>
          </a:xfrm>
        </p:grpSpPr>
        <p:sp>
          <p:nvSpPr>
            <p:cNvPr id="12" name="Freeform: Shape 11">
              <a:extLst>
                <a:ext uri="{FF2B5EF4-FFF2-40B4-BE49-F238E27FC236}">
                  <a16:creationId xmlns:a16="http://schemas.microsoft.com/office/drawing/2014/main" xmlns=""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xmlns=""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xmlns=""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xmlns="" id="{55B3C92B-0A13-49BD-8A7D-FD6B821FE783}"/>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4" name="Graphic 15">
            <a:extLst>
              <a:ext uri="{FF2B5EF4-FFF2-40B4-BE49-F238E27FC236}">
                <a16:creationId xmlns:a16="http://schemas.microsoft.com/office/drawing/2014/main" xmlns="" id="{D0734B58-9436-7F49-BF67-542C05487FFF}"/>
              </a:ext>
            </a:extLst>
          </p:cNvPr>
          <p:cNvSpPr/>
          <p:nvPr userDrawn="1"/>
        </p:nvSpPr>
        <p:spPr>
          <a:xfrm>
            <a:off x="-11174" y="1947672"/>
            <a:ext cx="5274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2" name="Title 1">
            <a:extLst>
              <a:ext uri="{FF2B5EF4-FFF2-40B4-BE49-F238E27FC236}">
                <a16:creationId xmlns:a16="http://schemas.microsoft.com/office/drawing/2014/main" xmlns="" id="{BF046B1A-A07C-45A3-8FE5-724E34853137}"/>
              </a:ext>
            </a:extLst>
          </p:cNvPr>
          <p:cNvSpPr>
            <a:spLocks noGrp="1"/>
          </p:cNvSpPr>
          <p:nvPr>
            <p:ph type="title"/>
          </p:nvPr>
        </p:nvSpPr>
        <p:spPr/>
        <p:txBody>
          <a:bodyPr anchor="b"/>
          <a:lstStyle/>
          <a:p>
            <a:r>
              <a:rPr lang="en-US" smtClean="0"/>
              <a:t>Click to edit Master title style</a:t>
            </a:r>
            <a:endParaRPr lang="en-US"/>
          </a:p>
        </p:txBody>
      </p:sp>
      <p:sp>
        <p:nvSpPr>
          <p:cNvPr id="10" name="Content Placeholder 2">
            <a:extLst>
              <a:ext uri="{FF2B5EF4-FFF2-40B4-BE49-F238E27FC236}">
                <a16:creationId xmlns:a16="http://schemas.microsoft.com/office/drawing/2014/main" xmlns="" id="{83799919-7F2B-44B7-BF0B-B0CE733AC667}"/>
              </a:ext>
            </a:extLst>
          </p:cNvPr>
          <p:cNvSpPr>
            <a:spLocks noGrp="1"/>
          </p:cNvSpPr>
          <p:nvPr>
            <p:ph idx="1"/>
          </p:nvPr>
        </p:nvSpPr>
        <p:spPr>
          <a:xfrm>
            <a:off x="838200" y="2277755"/>
            <a:ext cx="10515600" cy="389920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4311238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xmlns="" id="{9650CBA0-AE8F-4C6C-B273-73785A68EB92}"/>
              </a:ext>
            </a:extLst>
          </p:cNvPr>
          <p:cNvGrpSpPr/>
          <p:nvPr userDrawn="1"/>
        </p:nvGrpSpPr>
        <p:grpSpPr>
          <a:xfrm>
            <a:off x="0" y="0"/>
            <a:ext cx="12192000" cy="6858000"/>
            <a:chOff x="0" y="0"/>
            <a:chExt cx="12192000" cy="6858000"/>
          </a:xfrm>
        </p:grpSpPr>
        <p:sp>
          <p:nvSpPr>
            <p:cNvPr id="12" name="Freeform: Shape 11">
              <a:extLst>
                <a:ext uri="{FF2B5EF4-FFF2-40B4-BE49-F238E27FC236}">
                  <a16:creationId xmlns:a16="http://schemas.microsoft.com/office/drawing/2014/main" xmlns=""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xmlns=""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xmlns=""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xmlns="" id="{55B3C92B-0A13-49BD-8A7D-FD6B821FE783}"/>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4" name="Graphic 15">
            <a:extLst>
              <a:ext uri="{FF2B5EF4-FFF2-40B4-BE49-F238E27FC236}">
                <a16:creationId xmlns:a16="http://schemas.microsoft.com/office/drawing/2014/main" xmlns="" id="{D0734B58-9436-7F49-BF67-542C05487FFF}"/>
              </a:ext>
            </a:extLst>
          </p:cNvPr>
          <p:cNvSpPr/>
          <p:nvPr userDrawn="1"/>
        </p:nvSpPr>
        <p:spPr>
          <a:xfrm>
            <a:off x="-11174" y="1947672"/>
            <a:ext cx="5274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2" name="Title 1">
            <a:extLst>
              <a:ext uri="{FF2B5EF4-FFF2-40B4-BE49-F238E27FC236}">
                <a16:creationId xmlns:a16="http://schemas.microsoft.com/office/drawing/2014/main" xmlns="" id="{BF046B1A-A07C-45A3-8FE5-724E34853137}"/>
              </a:ext>
            </a:extLst>
          </p:cNvPr>
          <p:cNvSpPr>
            <a:spLocks noGrp="1"/>
          </p:cNvSpPr>
          <p:nvPr>
            <p:ph type="title"/>
          </p:nvPr>
        </p:nvSpPr>
        <p:spPr/>
        <p:txBody>
          <a:bodyPr anchor="b"/>
          <a:lstStyle/>
          <a:p>
            <a:r>
              <a:rPr lang="en-US" smtClean="0"/>
              <a:t>Click to edit Master title style</a:t>
            </a:r>
            <a:endParaRPr lang="en-US"/>
          </a:p>
        </p:txBody>
      </p:sp>
      <p:sp>
        <p:nvSpPr>
          <p:cNvPr id="15" name="Content Placeholder 2">
            <a:extLst>
              <a:ext uri="{FF2B5EF4-FFF2-40B4-BE49-F238E27FC236}">
                <a16:creationId xmlns:a16="http://schemas.microsoft.com/office/drawing/2014/main" xmlns="" id="{5460D6CB-9BA0-4BA9-9CF5-9D21E9F570CE}"/>
              </a:ext>
            </a:extLst>
          </p:cNvPr>
          <p:cNvSpPr>
            <a:spLocks noGrp="1"/>
          </p:cNvSpPr>
          <p:nvPr>
            <p:ph sz="half" idx="1"/>
          </p:nvPr>
        </p:nvSpPr>
        <p:spPr>
          <a:xfrm>
            <a:off x="838200" y="2277755"/>
            <a:ext cx="5181600" cy="3899207"/>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6" name="Content Placeholder 3">
            <a:extLst>
              <a:ext uri="{FF2B5EF4-FFF2-40B4-BE49-F238E27FC236}">
                <a16:creationId xmlns:a16="http://schemas.microsoft.com/office/drawing/2014/main" xmlns="" id="{EB0DDB5D-8949-4E45-A7CD-0402580BB05B}"/>
              </a:ext>
            </a:extLst>
          </p:cNvPr>
          <p:cNvSpPr>
            <a:spLocks noGrp="1"/>
          </p:cNvSpPr>
          <p:nvPr>
            <p:ph sz="half" idx="2"/>
          </p:nvPr>
        </p:nvSpPr>
        <p:spPr>
          <a:xfrm>
            <a:off x="6172200" y="2277755"/>
            <a:ext cx="5181600" cy="3899208"/>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8706075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xmlns="" id="{9650CBA0-AE8F-4C6C-B273-73785A68EB92}"/>
              </a:ext>
            </a:extLst>
          </p:cNvPr>
          <p:cNvGrpSpPr/>
          <p:nvPr userDrawn="1"/>
        </p:nvGrpSpPr>
        <p:grpSpPr>
          <a:xfrm>
            <a:off x="0" y="0"/>
            <a:ext cx="12192000" cy="6858000"/>
            <a:chOff x="0" y="0"/>
            <a:chExt cx="12192000" cy="6858000"/>
          </a:xfrm>
        </p:grpSpPr>
        <p:sp>
          <p:nvSpPr>
            <p:cNvPr id="12" name="Freeform: Shape 11">
              <a:extLst>
                <a:ext uri="{FF2B5EF4-FFF2-40B4-BE49-F238E27FC236}">
                  <a16:creationId xmlns:a16="http://schemas.microsoft.com/office/drawing/2014/main" xmlns=""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xmlns=""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xmlns=""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xmlns="" id="{55B3C92B-0A13-49BD-8A7D-FD6B821FE783}"/>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4" name="Graphic 15">
            <a:extLst>
              <a:ext uri="{FF2B5EF4-FFF2-40B4-BE49-F238E27FC236}">
                <a16:creationId xmlns:a16="http://schemas.microsoft.com/office/drawing/2014/main" xmlns="" id="{D0734B58-9436-7F49-BF67-542C05487FFF}"/>
              </a:ext>
            </a:extLst>
          </p:cNvPr>
          <p:cNvSpPr/>
          <p:nvPr userDrawn="1"/>
        </p:nvSpPr>
        <p:spPr>
          <a:xfrm>
            <a:off x="-11174" y="1947672"/>
            <a:ext cx="5274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2" name="Title 1">
            <a:extLst>
              <a:ext uri="{FF2B5EF4-FFF2-40B4-BE49-F238E27FC236}">
                <a16:creationId xmlns:a16="http://schemas.microsoft.com/office/drawing/2014/main" xmlns="" id="{BF046B1A-A07C-45A3-8FE5-724E34853137}"/>
              </a:ext>
            </a:extLst>
          </p:cNvPr>
          <p:cNvSpPr>
            <a:spLocks noGrp="1"/>
          </p:cNvSpPr>
          <p:nvPr>
            <p:ph type="title"/>
          </p:nvPr>
        </p:nvSpPr>
        <p:spPr/>
        <p:txBody>
          <a:bodyPr anchor="b"/>
          <a:lstStyle/>
          <a:p>
            <a:r>
              <a:rPr lang="en-US" smtClean="0"/>
              <a:t>Click to edit Master title style</a:t>
            </a:r>
            <a:endParaRPr lang="en-US"/>
          </a:p>
        </p:txBody>
      </p:sp>
      <p:sp>
        <p:nvSpPr>
          <p:cNvPr id="15" name="Text Placeholder 2">
            <a:extLst>
              <a:ext uri="{FF2B5EF4-FFF2-40B4-BE49-F238E27FC236}">
                <a16:creationId xmlns:a16="http://schemas.microsoft.com/office/drawing/2014/main" xmlns="" id="{82C817C4-D92F-4269-B22D-5C2E522418D8}"/>
              </a:ext>
            </a:extLst>
          </p:cNvPr>
          <p:cNvSpPr>
            <a:spLocks noGrp="1"/>
          </p:cNvSpPr>
          <p:nvPr>
            <p:ph type="body" idx="1"/>
          </p:nvPr>
        </p:nvSpPr>
        <p:spPr>
          <a:xfrm>
            <a:off x="839788" y="2068513"/>
            <a:ext cx="5157787" cy="4365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Content Placeholder 3">
            <a:extLst>
              <a:ext uri="{FF2B5EF4-FFF2-40B4-BE49-F238E27FC236}">
                <a16:creationId xmlns:a16="http://schemas.microsoft.com/office/drawing/2014/main" xmlns="" id="{C61514A7-2DEE-47E3-BCB4-FB81E9981DA7}"/>
              </a:ext>
            </a:extLst>
          </p:cNvPr>
          <p:cNvSpPr>
            <a:spLocks noGrp="1"/>
          </p:cNvSpPr>
          <p:nvPr>
            <p:ph sz="half" idx="2"/>
          </p:nvPr>
        </p:nvSpPr>
        <p:spPr>
          <a:xfrm>
            <a:off x="839788" y="2505075"/>
            <a:ext cx="5157787" cy="368458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7" name="Text Placeholder 4">
            <a:extLst>
              <a:ext uri="{FF2B5EF4-FFF2-40B4-BE49-F238E27FC236}">
                <a16:creationId xmlns:a16="http://schemas.microsoft.com/office/drawing/2014/main" xmlns="" id="{3455C9D3-0938-4236-8E64-BBF582FCD239}"/>
              </a:ext>
            </a:extLst>
          </p:cNvPr>
          <p:cNvSpPr>
            <a:spLocks noGrp="1"/>
          </p:cNvSpPr>
          <p:nvPr>
            <p:ph type="body" sz="quarter" idx="3"/>
          </p:nvPr>
        </p:nvSpPr>
        <p:spPr>
          <a:xfrm>
            <a:off x="6172200" y="2068511"/>
            <a:ext cx="5183188" cy="436563"/>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8" name="Content Placeholder 5">
            <a:extLst>
              <a:ext uri="{FF2B5EF4-FFF2-40B4-BE49-F238E27FC236}">
                <a16:creationId xmlns:a16="http://schemas.microsoft.com/office/drawing/2014/main" xmlns="" id="{7331E254-1410-4989-81DE-84B684ACC71F}"/>
              </a:ext>
            </a:extLst>
          </p:cNvPr>
          <p:cNvSpPr>
            <a:spLocks noGrp="1"/>
          </p:cNvSpPr>
          <p:nvPr>
            <p:ph sz="quarter" idx="4"/>
          </p:nvPr>
        </p:nvSpPr>
        <p:spPr>
          <a:xfrm>
            <a:off x="6172200" y="2505075"/>
            <a:ext cx="5183188" cy="368458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218104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xmlns="" id="{9650CBA0-AE8F-4C6C-B273-73785A68EB92}"/>
              </a:ext>
            </a:extLst>
          </p:cNvPr>
          <p:cNvGrpSpPr/>
          <p:nvPr userDrawn="1"/>
        </p:nvGrpSpPr>
        <p:grpSpPr>
          <a:xfrm>
            <a:off x="0" y="0"/>
            <a:ext cx="12192000" cy="6858000"/>
            <a:chOff x="0" y="0"/>
            <a:chExt cx="12192000" cy="6858000"/>
          </a:xfrm>
        </p:grpSpPr>
        <p:sp>
          <p:nvSpPr>
            <p:cNvPr id="12" name="Freeform: Shape 11">
              <a:extLst>
                <a:ext uri="{FF2B5EF4-FFF2-40B4-BE49-F238E27FC236}">
                  <a16:creationId xmlns:a16="http://schemas.microsoft.com/office/drawing/2014/main" xmlns=""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xmlns=""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xmlns=""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xmlns="" id="{55B3C92B-0A13-49BD-8A7D-FD6B821FE783}"/>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7" name="Title 1">
            <a:extLst>
              <a:ext uri="{FF2B5EF4-FFF2-40B4-BE49-F238E27FC236}">
                <a16:creationId xmlns:a16="http://schemas.microsoft.com/office/drawing/2014/main" xmlns="" id="{F68ABD79-6AF5-4911-BEC2-A492F3ECD83D}"/>
              </a:ext>
            </a:extLst>
          </p:cNvPr>
          <p:cNvSpPr>
            <a:spLocks noGrp="1"/>
          </p:cNvSpPr>
          <p:nvPr>
            <p:ph type="title"/>
          </p:nvPr>
        </p:nvSpPr>
        <p:spPr>
          <a:xfrm>
            <a:off x="839788" y="457200"/>
            <a:ext cx="3932237" cy="1345096"/>
          </a:xfrm>
        </p:spPr>
        <p:txBody>
          <a:bodyPr anchor="b"/>
          <a:lstStyle>
            <a:lvl1pPr>
              <a:defRPr sz="3200"/>
            </a:lvl1pPr>
          </a:lstStyle>
          <a:p>
            <a:r>
              <a:rPr lang="en-US" smtClean="0"/>
              <a:t>Click to edit Master title style</a:t>
            </a:r>
            <a:endParaRPr lang="en-US"/>
          </a:p>
        </p:txBody>
      </p:sp>
      <p:sp>
        <p:nvSpPr>
          <p:cNvPr id="8" name="Text Placeholder 3">
            <a:extLst>
              <a:ext uri="{FF2B5EF4-FFF2-40B4-BE49-F238E27FC236}">
                <a16:creationId xmlns:a16="http://schemas.microsoft.com/office/drawing/2014/main" xmlns="" id="{6489A680-EBE7-45A3-B520-2C50F59C7932}"/>
              </a:ext>
            </a:extLst>
          </p:cNvPr>
          <p:cNvSpPr>
            <a:spLocks noGrp="1"/>
          </p:cNvSpPr>
          <p:nvPr>
            <p:ph type="body" sz="half" idx="2"/>
          </p:nvPr>
        </p:nvSpPr>
        <p:spPr>
          <a:xfrm>
            <a:off x="839788" y="2166148"/>
            <a:ext cx="3932237" cy="37028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9" name="Content Placeholder 2">
            <a:extLst>
              <a:ext uri="{FF2B5EF4-FFF2-40B4-BE49-F238E27FC236}">
                <a16:creationId xmlns:a16="http://schemas.microsoft.com/office/drawing/2014/main" xmlns="" id="{202EEB9F-D255-46E9-AFBB-FCC4D93BEFC3}"/>
              </a:ext>
            </a:extLst>
          </p:cNvPr>
          <p:cNvSpPr>
            <a:spLocks noGrp="1"/>
          </p:cNvSpPr>
          <p:nvPr>
            <p:ph idx="1"/>
          </p:nvPr>
        </p:nvSpPr>
        <p:spPr>
          <a:xfrm>
            <a:off x="5183188" y="457201"/>
            <a:ext cx="6172200" cy="5403850"/>
          </a:xfrm>
        </p:spPr>
        <p:txBody>
          <a:bodyPr/>
          <a:lstStyle>
            <a:lvl1pPr>
              <a:defRPr sz="3200">
                <a:solidFill>
                  <a:schemeClr val="bg1"/>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Graphic 15">
            <a:extLst>
              <a:ext uri="{FF2B5EF4-FFF2-40B4-BE49-F238E27FC236}">
                <a16:creationId xmlns:a16="http://schemas.microsoft.com/office/drawing/2014/main" xmlns="" id="{4F729341-632E-4151-9863-D40D91A16F84}"/>
              </a:ext>
            </a:extLst>
          </p:cNvPr>
          <p:cNvSpPr/>
          <p:nvPr userDrawn="1"/>
        </p:nvSpPr>
        <p:spPr>
          <a:xfrm>
            <a:off x="-11174" y="1947672"/>
            <a:ext cx="493776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30948434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6" name="Graphic 4">
            <a:extLst>
              <a:ext uri="{FF2B5EF4-FFF2-40B4-BE49-F238E27FC236}">
                <a16:creationId xmlns:a16="http://schemas.microsoft.com/office/drawing/2014/main" xmlns="" id="{7D57D3C0-DF85-4866-AC4B-ED6A0F6963A5}"/>
              </a:ext>
            </a:extLst>
          </p:cNvPr>
          <p:cNvSpPr/>
          <p:nvPr/>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1" name="Graphic 15">
            <a:extLst>
              <a:ext uri="{FF2B5EF4-FFF2-40B4-BE49-F238E27FC236}">
                <a16:creationId xmlns:a16="http://schemas.microsoft.com/office/drawing/2014/main" xmlns="" id="{FA387E18-8CE1-1648-81B1-6F1A0F183C30}"/>
              </a:ext>
            </a:extLst>
          </p:cNvPr>
          <p:cNvSpPr/>
          <p:nvPr userDrawn="1"/>
        </p:nvSpPr>
        <p:spPr>
          <a:xfrm>
            <a:off x="-11174" y="1947672"/>
            <a:ext cx="5274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9" name="Title 1">
            <a:extLst>
              <a:ext uri="{FF2B5EF4-FFF2-40B4-BE49-F238E27FC236}">
                <a16:creationId xmlns:a16="http://schemas.microsoft.com/office/drawing/2014/main" xmlns="" id="{44469CAF-CD13-4CCC-9569-14C8070AB355}"/>
              </a:ext>
            </a:extLst>
          </p:cNvPr>
          <p:cNvSpPr>
            <a:spLocks noGrp="1"/>
          </p:cNvSpPr>
          <p:nvPr>
            <p:ph type="title"/>
          </p:nvPr>
        </p:nvSpPr>
        <p:spPr>
          <a:xfrm>
            <a:off x="839788" y="457200"/>
            <a:ext cx="3932237" cy="1380744"/>
          </a:xfrm>
        </p:spPr>
        <p:txBody>
          <a:bodyPr anchor="b"/>
          <a:lstStyle>
            <a:lvl1pPr>
              <a:defRPr sz="3200"/>
            </a:lvl1pPr>
          </a:lstStyle>
          <a:p>
            <a:r>
              <a:rPr lang="en-US" smtClean="0"/>
              <a:t>Click to edit Master title style</a:t>
            </a:r>
            <a:endParaRPr lang="en-US" dirty="0"/>
          </a:p>
        </p:txBody>
      </p:sp>
      <p:sp>
        <p:nvSpPr>
          <p:cNvPr id="10" name="Text Placeholder 3">
            <a:extLst>
              <a:ext uri="{FF2B5EF4-FFF2-40B4-BE49-F238E27FC236}">
                <a16:creationId xmlns:a16="http://schemas.microsoft.com/office/drawing/2014/main" xmlns="" id="{36D4C583-322D-4347-807F-F6D6AF8852A4}"/>
              </a:ext>
            </a:extLst>
          </p:cNvPr>
          <p:cNvSpPr>
            <a:spLocks noGrp="1"/>
          </p:cNvSpPr>
          <p:nvPr>
            <p:ph type="body" sz="half" idx="2"/>
          </p:nvPr>
        </p:nvSpPr>
        <p:spPr>
          <a:xfrm>
            <a:off x="839788" y="2130500"/>
            <a:ext cx="3932237" cy="37384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13" name="Picture Placeholder 12">
            <a:extLst>
              <a:ext uri="{FF2B5EF4-FFF2-40B4-BE49-F238E27FC236}">
                <a16:creationId xmlns:a16="http://schemas.microsoft.com/office/drawing/2014/main" xmlns="" id="{F138DBAD-2265-4E62-AB5B-F66A60D53F27}"/>
              </a:ext>
            </a:extLst>
          </p:cNvPr>
          <p:cNvSpPr>
            <a:spLocks noGrp="1"/>
          </p:cNvSpPr>
          <p:nvPr>
            <p:ph type="pic" idx="1"/>
          </p:nvPr>
        </p:nvSpPr>
        <p:spPr>
          <a:xfrm>
            <a:off x="5519738" y="0"/>
            <a:ext cx="6103620" cy="6857999"/>
          </a:xfrm>
          <a:custGeom>
            <a:avLst/>
            <a:gdLst>
              <a:gd name="connsiteX0" fmla="*/ 3914141 w 6103620"/>
              <a:gd name="connsiteY0" fmla="*/ 914400 h 6857999"/>
              <a:gd name="connsiteX1" fmla="*/ 6103620 w 6103620"/>
              <a:gd name="connsiteY1" fmla="*/ 914400 h 6857999"/>
              <a:gd name="connsiteX2" fmla="*/ 6103620 w 6103620"/>
              <a:gd name="connsiteY2" fmla="*/ 914404 h 6857999"/>
              <a:gd name="connsiteX3" fmla="*/ 4339591 w 6103620"/>
              <a:gd name="connsiteY3" fmla="*/ 6857999 h 6857999"/>
              <a:gd name="connsiteX4" fmla="*/ 2150113 w 6103620"/>
              <a:gd name="connsiteY4" fmla="*/ 6857999 h 6857999"/>
              <a:gd name="connsiteX5" fmla="*/ 1769111 w 6103620"/>
              <a:gd name="connsiteY5" fmla="*/ 0 h 6857999"/>
              <a:gd name="connsiteX6" fmla="*/ 3958591 w 6103620"/>
              <a:gd name="connsiteY6" fmla="*/ 0 h 6857999"/>
              <a:gd name="connsiteX7" fmla="*/ 2189480 w 6103620"/>
              <a:gd name="connsiteY7" fmla="*/ 5943601 h 6857999"/>
              <a:gd name="connsiteX8" fmla="*/ 0 w 6103620"/>
              <a:gd name="connsiteY8" fmla="*/ 594360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03620" h="6857999">
                <a:moveTo>
                  <a:pt x="3914141" y="914400"/>
                </a:moveTo>
                <a:lnTo>
                  <a:pt x="6103620" y="914400"/>
                </a:lnTo>
                <a:lnTo>
                  <a:pt x="6103620" y="914404"/>
                </a:lnTo>
                <a:lnTo>
                  <a:pt x="4339591" y="6857999"/>
                </a:lnTo>
                <a:lnTo>
                  <a:pt x="2150113" y="6857999"/>
                </a:lnTo>
                <a:close/>
                <a:moveTo>
                  <a:pt x="1769111" y="0"/>
                </a:moveTo>
                <a:lnTo>
                  <a:pt x="3958591" y="0"/>
                </a:lnTo>
                <a:lnTo>
                  <a:pt x="2189480" y="5943601"/>
                </a:lnTo>
                <a:lnTo>
                  <a:pt x="0" y="5943601"/>
                </a:lnTo>
                <a:close/>
              </a:path>
            </a:pathLst>
          </a:custGeom>
          <a:solidFill>
            <a:schemeClr val="bg1">
              <a:lumMod val="65000"/>
            </a:schemeClr>
          </a:solidFill>
        </p:spPr>
        <p:txBody>
          <a:bodyPr wrap="square" anchor="ctr" anchorCtr="0">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Tree>
    <p:extLst>
      <p:ext uri="{BB962C8B-B14F-4D97-AF65-F5344CB8AC3E}">
        <p14:creationId xmlns:p14="http://schemas.microsoft.com/office/powerpoint/2010/main" val="6766817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xmlns="" id="{9650CBA0-AE8F-4C6C-B273-73785A68EB92}"/>
              </a:ext>
            </a:extLst>
          </p:cNvPr>
          <p:cNvGrpSpPr/>
          <p:nvPr userDrawn="1"/>
        </p:nvGrpSpPr>
        <p:grpSpPr>
          <a:xfrm>
            <a:off x="0" y="0"/>
            <a:ext cx="12192000" cy="6858000"/>
            <a:chOff x="0" y="0"/>
            <a:chExt cx="12192000" cy="6858000"/>
          </a:xfrm>
        </p:grpSpPr>
        <p:sp>
          <p:nvSpPr>
            <p:cNvPr id="12" name="Freeform: Shape 11">
              <a:extLst>
                <a:ext uri="{FF2B5EF4-FFF2-40B4-BE49-F238E27FC236}">
                  <a16:creationId xmlns:a16="http://schemas.microsoft.com/office/drawing/2014/main" xmlns=""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xmlns=""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xmlns=""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xmlns="" id="{55B3C92B-0A13-49BD-8A7D-FD6B821FE783}"/>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21" name="Title 1">
            <a:extLst>
              <a:ext uri="{FF2B5EF4-FFF2-40B4-BE49-F238E27FC236}">
                <a16:creationId xmlns:a16="http://schemas.microsoft.com/office/drawing/2014/main" xmlns="" id="{AD7B9076-7693-4C5F-8305-D5529FF8077A}"/>
              </a:ext>
            </a:extLst>
          </p:cNvPr>
          <p:cNvSpPr>
            <a:spLocks noGrp="1"/>
          </p:cNvSpPr>
          <p:nvPr>
            <p:ph type="title" hasCustomPrompt="1"/>
          </p:nvPr>
        </p:nvSpPr>
        <p:spPr>
          <a:xfrm>
            <a:off x="774032" y="1033272"/>
            <a:ext cx="5056083" cy="782638"/>
          </a:xfrm>
        </p:spPr>
        <p:txBody>
          <a:bodyPr>
            <a:normAutofit/>
          </a:bodyPr>
          <a:lstStyle>
            <a:lvl1pPr algn="l">
              <a:defRPr sz="4000" b="1">
                <a:solidFill>
                  <a:schemeClr val="bg1"/>
                </a:solidFill>
              </a:defRPr>
            </a:lvl1pPr>
          </a:lstStyle>
          <a:p>
            <a:r>
              <a:rPr lang="en-US" dirty="0"/>
              <a:t>EMPTY SLIDE</a:t>
            </a:r>
            <a:endParaRPr lang="ru-RU" dirty="0"/>
          </a:p>
        </p:txBody>
      </p:sp>
      <p:sp>
        <p:nvSpPr>
          <p:cNvPr id="14" name="Graphic 15">
            <a:extLst>
              <a:ext uri="{FF2B5EF4-FFF2-40B4-BE49-F238E27FC236}">
                <a16:creationId xmlns:a16="http://schemas.microsoft.com/office/drawing/2014/main" xmlns="" id="{D0734B58-9436-7F49-BF67-542C05487FFF}"/>
              </a:ext>
            </a:extLst>
          </p:cNvPr>
          <p:cNvSpPr/>
          <p:nvPr userDrawn="1"/>
        </p:nvSpPr>
        <p:spPr>
          <a:xfrm>
            <a:off x="-11174" y="1947672"/>
            <a:ext cx="5274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24183200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xmlns="" id="{9650CBA0-AE8F-4C6C-B273-73785A68EB92}"/>
              </a:ext>
            </a:extLst>
          </p:cNvPr>
          <p:cNvGrpSpPr/>
          <p:nvPr userDrawn="1"/>
        </p:nvGrpSpPr>
        <p:grpSpPr>
          <a:xfrm>
            <a:off x="0" y="0"/>
            <a:ext cx="12192000" cy="6858000"/>
            <a:chOff x="0" y="0"/>
            <a:chExt cx="12192000" cy="6858000"/>
          </a:xfrm>
        </p:grpSpPr>
        <p:sp>
          <p:nvSpPr>
            <p:cNvPr id="12" name="Freeform: Shape 11">
              <a:extLst>
                <a:ext uri="{FF2B5EF4-FFF2-40B4-BE49-F238E27FC236}">
                  <a16:creationId xmlns:a16="http://schemas.microsoft.com/office/drawing/2014/main" xmlns=""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xmlns=""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xmlns=""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xmlns="" id="{55B3C92B-0A13-49BD-8A7D-FD6B821FE783}"/>
              </a:ext>
            </a:extLst>
          </p:cNvPr>
          <p:cNvSpPr/>
          <p:nvPr userDrawn="1"/>
        </p:nvSpPr>
        <p:spPr>
          <a:xfrm>
            <a:off x="11292630" y="6103003"/>
            <a:ext cx="910800" cy="144000"/>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34522669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Manual">
    <p:bg>
      <p:bgPr>
        <a:solidFill>
          <a:schemeClr val="accent6"/>
        </a:solidFill>
        <a:effectLst/>
      </p:bgPr>
    </p:bg>
    <p:spTree>
      <p:nvGrpSpPr>
        <p:cNvPr id="1" name=""/>
        <p:cNvGrpSpPr/>
        <p:nvPr/>
      </p:nvGrpSpPr>
      <p:grpSpPr>
        <a:xfrm>
          <a:off x="0" y="0"/>
          <a:ext cx="0" cy="0"/>
          <a:chOff x="0" y="0"/>
          <a:chExt cx="0" cy="0"/>
        </a:xfrm>
      </p:grpSpPr>
      <p:sp>
        <p:nvSpPr>
          <p:cNvPr id="31" name="Text Placeholder 21">
            <a:extLst>
              <a:ext uri="{FF2B5EF4-FFF2-40B4-BE49-F238E27FC236}">
                <a16:creationId xmlns:a16="http://schemas.microsoft.com/office/drawing/2014/main" xmlns="" id="{10000CCD-6AFF-4E65-8858-5502306E5811}"/>
              </a:ext>
            </a:extLst>
          </p:cNvPr>
          <p:cNvSpPr>
            <a:spLocks noGrp="1"/>
          </p:cNvSpPr>
          <p:nvPr>
            <p:ph type="body" sz="quarter" idx="13" hasCustomPrompt="1"/>
          </p:nvPr>
        </p:nvSpPr>
        <p:spPr>
          <a:xfrm>
            <a:off x="855578" y="1974209"/>
            <a:ext cx="882686" cy="1092200"/>
          </a:xfrm>
        </p:spPr>
        <p:txBody>
          <a:bodyPr lIns="0" tIns="0" rIns="0" bIns="0">
            <a:noAutofit/>
          </a:bodyPr>
          <a:lstStyle>
            <a:lvl1pPr marL="0" indent="0">
              <a:buNone/>
              <a:defRPr sz="6000" b="1">
                <a:solidFill>
                  <a:schemeClr val="bg2"/>
                </a:solidFill>
                <a:latin typeface="+mj-lt"/>
              </a:defRPr>
            </a:lvl1pPr>
          </a:lstStyle>
          <a:p>
            <a:pPr lvl="0"/>
            <a:r>
              <a:rPr lang="en-US" dirty="0"/>
              <a:t>1</a:t>
            </a:r>
            <a:endParaRPr lang="ru-RU" dirty="0"/>
          </a:p>
        </p:txBody>
      </p:sp>
      <p:sp>
        <p:nvSpPr>
          <p:cNvPr id="32" name="Text Placeholder 24">
            <a:extLst>
              <a:ext uri="{FF2B5EF4-FFF2-40B4-BE49-F238E27FC236}">
                <a16:creationId xmlns:a16="http://schemas.microsoft.com/office/drawing/2014/main" xmlns="" id="{D5D777E5-98F6-416A-8D23-3399269D85CB}"/>
              </a:ext>
            </a:extLst>
          </p:cNvPr>
          <p:cNvSpPr>
            <a:spLocks noGrp="1"/>
          </p:cNvSpPr>
          <p:nvPr>
            <p:ph type="body" sz="quarter" idx="14"/>
          </p:nvPr>
        </p:nvSpPr>
        <p:spPr>
          <a:xfrm>
            <a:off x="1442535" y="1998209"/>
            <a:ext cx="3103110" cy="1032355"/>
          </a:xfrm>
        </p:spPr>
        <p:txBody>
          <a:bodyPr>
            <a:noAutofit/>
          </a:bodyPr>
          <a:lstStyle>
            <a:lvl1pPr marL="0" indent="0">
              <a:lnSpc>
                <a:spcPct val="100000"/>
              </a:lnSpc>
              <a:spcBef>
                <a:spcPts val="600"/>
              </a:spcBef>
              <a:buNone/>
              <a:defRPr sz="2200" b="0">
                <a:solidFill>
                  <a:schemeClr val="tx2"/>
                </a:solidFill>
                <a:latin typeface="+mj-lt"/>
              </a:defRPr>
            </a:lvl1pPr>
          </a:lstStyle>
          <a:p>
            <a:pPr lvl="0"/>
            <a:r>
              <a:rPr lang="en-US" smtClean="0"/>
              <a:t>Click to edit Master text styles</a:t>
            </a:r>
          </a:p>
        </p:txBody>
      </p:sp>
      <p:sp>
        <p:nvSpPr>
          <p:cNvPr id="33" name="Text Placeholder 21">
            <a:extLst>
              <a:ext uri="{FF2B5EF4-FFF2-40B4-BE49-F238E27FC236}">
                <a16:creationId xmlns:a16="http://schemas.microsoft.com/office/drawing/2014/main" xmlns="" id="{C979BADF-99B5-4C91-AAE5-FC2C4DBEDE20}"/>
              </a:ext>
            </a:extLst>
          </p:cNvPr>
          <p:cNvSpPr>
            <a:spLocks noGrp="1"/>
          </p:cNvSpPr>
          <p:nvPr>
            <p:ph type="body" sz="quarter" idx="15" hasCustomPrompt="1"/>
          </p:nvPr>
        </p:nvSpPr>
        <p:spPr>
          <a:xfrm>
            <a:off x="4820642" y="1974209"/>
            <a:ext cx="882686" cy="1092200"/>
          </a:xfrm>
        </p:spPr>
        <p:txBody>
          <a:bodyPr lIns="0" tIns="0" rIns="0" bIns="0">
            <a:noAutofit/>
          </a:bodyPr>
          <a:lstStyle>
            <a:lvl1pPr marL="0" indent="0">
              <a:buNone/>
              <a:defRPr sz="6000" b="1">
                <a:solidFill>
                  <a:schemeClr val="bg2"/>
                </a:solidFill>
                <a:latin typeface="+mj-lt"/>
              </a:defRPr>
            </a:lvl1pPr>
          </a:lstStyle>
          <a:p>
            <a:pPr lvl="0"/>
            <a:r>
              <a:rPr lang="en-US" dirty="0"/>
              <a:t>2</a:t>
            </a:r>
            <a:endParaRPr lang="ru-RU" dirty="0"/>
          </a:p>
        </p:txBody>
      </p:sp>
      <p:sp>
        <p:nvSpPr>
          <p:cNvPr id="34" name="Text Placeholder 24">
            <a:extLst>
              <a:ext uri="{FF2B5EF4-FFF2-40B4-BE49-F238E27FC236}">
                <a16:creationId xmlns:a16="http://schemas.microsoft.com/office/drawing/2014/main" xmlns="" id="{6706F6A2-1599-4D73-9288-3ECEACDDCAEA}"/>
              </a:ext>
            </a:extLst>
          </p:cNvPr>
          <p:cNvSpPr>
            <a:spLocks noGrp="1"/>
          </p:cNvSpPr>
          <p:nvPr>
            <p:ph type="body" sz="quarter" idx="16"/>
          </p:nvPr>
        </p:nvSpPr>
        <p:spPr>
          <a:xfrm>
            <a:off x="5477939" y="1998209"/>
            <a:ext cx="2243918" cy="1032355"/>
          </a:xfrm>
        </p:spPr>
        <p:txBody>
          <a:bodyPr>
            <a:noAutofit/>
          </a:bodyPr>
          <a:lstStyle>
            <a:lvl1pPr marL="0" indent="0">
              <a:lnSpc>
                <a:spcPct val="100000"/>
              </a:lnSpc>
              <a:spcBef>
                <a:spcPts val="600"/>
              </a:spcBef>
              <a:buNone/>
              <a:defRPr sz="2200" b="0">
                <a:solidFill>
                  <a:schemeClr val="tx2"/>
                </a:solidFill>
                <a:latin typeface="+mj-lt"/>
              </a:defRPr>
            </a:lvl1pPr>
          </a:lstStyle>
          <a:p>
            <a:pPr lvl="0"/>
            <a:r>
              <a:rPr lang="en-US" smtClean="0"/>
              <a:t>Click to edit Master text styles</a:t>
            </a:r>
          </a:p>
        </p:txBody>
      </p:sp>
      <p:sp>
        <p:nvSpPr>
          <p:cNvPr id="35" name="Text Placeholder 21">
            <a:extLst>
              <a:ext uri="{FF2B5EF4-FFF2-40B4-BE49-F238E27FC236}">
                <a16:creationId xmlns:a16="http://schemas.microsoft.com/office/drawing/2014/main" xmlns="" id="{BAE5E245-1702-4722-895D-0808BB0A868A}"/>
              </a:ext>
            </a:extLst>
          </p:cNvPr>
          <p:cNvSpPr>
            <a:spLocks noGrp="1"/>
          </p:cNvSpPr>
          <p:nvPr>
            <p:ph type="body" sz="quarter" idx="17" hasCustomPrompt="1"/>
          </p:nvPr>
        </p:nvSpPr>
        <p:spPr>
          <a:xfrm>
            <a:off x="7906755" y="1991988"/>
            <a:ext cx="882686" cy="1092200"/>
          </a:xfrm>
        </p:spPr>
        <p:txBody>
          <a:bodyPr lIns="0" tIns="0" rIns="0" bIns="0">
            <a:noAutofit/>
          </a:bodyPr>
          <a:lstStyle>
            <a:lvl1pPr marL="0" indent="0">
              <a:buNone/>
              <a:defRPr sz="6000" b="1">
                <a:solidFill>
                  <a:schemeClr val="bg2"/>
                </a:solidFill>
                <a:latin typeface="+mj-lt"/>
              </a:defRPr>
            </a:lvl1pPr>
          </a:lstStyle>
          <a:p>
            <a:pPr lvl="0"/>
            <a:r>
              <a:rPr lang="en-US" dirty="0"/>
              <a:t>3</a:t>
            </a:r>
            <a:endParaRPr lang="ru-RU" dirty="0"/>
          </a:p>
        </p:txBody>
      </p:sp>
      <p:sp>
        <p:nvSpPr>
          <p:cNvPr id="36" name="Text Placeholder 24">
            <a:extLst>
              <a:ext uri="{FF2B5EF4-FFF2-40B4-BE49-F238E27FC236}">
                <a16:creationId xmlns:a16="http://schemas.microsoft.com/office/drawing/2014/main" xmlns="" id="{3701E665-3CED-413C-BAC6-CE003B1494EA}"/>
              </a:ext>
            </a:extLst>
          </p:cNvPr>
          <p:cNvSpPr>
            <a:spLocks noGrp="1"/>
          </p:cNvSpPr>
          <p:nvPr>
            <p:ph type="body" sz="quarter" idx="18"/>
          </p:nvPr>
        </p:nvSpPr>
        <p:spPr>
          <a:xfrm>
            <a:off x="8564052" y="2015988"/>
            <a:ext cx="2959116" cy="1032355"/>
          </a:xfrm>
        </p:spPr>
        <p:txBody>
          <a:bodyPr>
            <a:noAutofit/>
          </a:bodyPr>
          <a:lstStyle>
            <a:lvl1pPr marL="0" indent="0">
              <a:lnSpc>
                <a:spcPct val="100000"/>
              </a:lnSpc>
              <a:spcBef>
                <a:spcPts val="600"/>
              </a:spcBef>
              <a:buNone/>
              <a:defRPr sz="2200" b="0">
                <a:solidFill>
                  <a:schemeClr val="tx2"/>
                </a:solidFill>
                <a:latin typeface="+mj-lt"/>
              </a:defRPr>
            </a:lvl1pPr>
          </a:lstStyle>
          <a:p>
            <a:pPr lvl="0"/>
            <a:r>
              <a:rPr lang="en-US" smtClean="0"/>
              <a:t>Click to edit Master text styles</a:t>
            </a:r>
          </a:p>
        </p:txBody>
      </p:sp>
      <p:sp>
        <p:nvSpPr>
          <p:cNvPr id="37" name="Text Placeholder 24">
            <a:extLst>
              <a:ext uri="{FF2B5EF4-FFF2-40B4-BE49-F238E27FC236}">
                <a16:creationId xmlns:a16="http://schemas.microsoft.com/office/drawing/2014/main" xmlns="" id="{E01406B4-D44B-4D1E-91F3-D87541EAD4CE}"/>
              </a:ext>
            </a:extLst>
          </p:cNvPr>
          <p:cNvSpPr>
            <a:spLocks noGrp="1"/>
          </p:cNvSpPr>
          <p:nvPr>
            <p:ph type="body" sz="quarter" idx="19"/>
          </p:nvPr>
        </p:nvSpPr>
        <p:spPr>
          <a:xfrm>
            <a:off x="1020059" y="2927531"/>
            <a:ext cx="1698625" cy="800100"/>
          </a:xfrm>
        </p:spPr>
        <p:txBody>
          <a:bodyPr>
            <a:normAutofit/>
          </a:bodyPr>
          <a:lstStyle>
            <a:lvl1pPr marL="0" indent="0">
              <a:buNone/>
              <a:defRPr sz="1400" b="0">
                <a:solidFill>
                  <a:schemeClr val="bg1">
                    <a:lumMod val="75000"/>
                  </a:schemeClr>
                </a:solidFill>
                <a:latin typeface="+mn-lt"/>
              </a:defRPr>
            </a:lvl1pPr>
          </a:lstStyle>
          <a:p>
            <a:pPr lvl="0"/>
            <a:r>
              <a:rPr lang="en-US" smtClean="0"/>
              <a:t>Click to edit Master text styles</a:t>
            </a:r>
          </a:p>
        </p:txBody>
      </p:sp>
      <p:sp>
        <p:nvSpPr>
          <p:cNvPr id="38" name="Text Placeholder 24">
            <a:extLst>
              <a:ext uri="{FF2B5EF4-FFF2-40B4-BE49-F238E27FC236}">
                <a16:creationId xmlns:a16="http://schemas.microsoft.com/office/drawing/2014/main" xmlns="" id="{9AAD5CF9-9A59-4C5F-8C29-B92AD6012119}"/>
              </a:ext>
            </a:extLst>
          </p:cNvPr>
          <p:cNvSpPr>
            <a:spLocks noGrp="1"/>
          </p:cNvSpPr>
          <p:nvPr>
            <p:ph type="body" sz="quarter" idx="20"/>
          </p:nvPr>
        </p:nvSpPr>
        <p:spPr>
          <a:xfrm>
            <a:off x="2718684" y="2927531"/>
            <a:ext cx="1698625" cy="800100"/>
          </a:xfrm>
        </p:spPr>
        <p:txBody>
          <a:bodyPr>
            <a:normAutofit/>
          </a:bodyPr>
          <a:lstStyle>
            <a:lvl1pPr marL="0" indent="0">
              <a:buNone/>
              <a:defRPr sz="1400" b="0">
                <a:solidFill>
                  <a:schemeClr val="bg1">
                    <a:lumMod val="75000"/>
                  </a:schemeClr>
                </a:solidFill>
                <a:latin typeface="+mn-lt"/>
              </a:defRPr>
            </a:lvl1pPr>
          </a:lstStyle>
          <a:p>
            <a:pPr lvl="0"/>
            <a:r>
              <a:rPr lang="en-US" smtClean="0"/>
              <a:t>Click to edit Master text styles</a:t>
            </a:r>
          </a:p>
        </p:txBody>
      </p:sp>
      <p:sp>
        <p:nvSpPr>
          <p:cNvPr id="39" name="Text Placeholder 24">
            <a:extLst>
              <a:ext uri="{FF2B5EF4-FFF2-40B4-BE49-F238E27FC236}">
                <a16:creationId xmlns:a16="http://schemas.microsoft.com/office/drawing/2014/main" xmlns="" id="{C6725172-65CC-4645-B23F-E77886468F31}"/>
              </a:ext>
            </a:extLst>
          </p:cNvPr>
          <p:cNvSpPr>
            <a:spLocks noGrp="1"/>
          </p:cNvSpPr>
          <p:nvPr>
            <p:ph type="body" sz="quarter" idx="21"/>
          </p:nvPr>
        </p:nvSpPr>
        <p:spPr>
          <a:xfrm>
            <a:off x="4794793" y="2927531"/>
            <a:ext cx="2599197" cy="800100"/>
          </a:xfrm>
        </p:spPr>
        <p:txBody>
          <a:bodyPr>
            <a:normAutofit/>
          </a:bodyPr>
          <a:lstStyle>
            <a:lvl1pPr marL="0" indent="0">
              <a:buNone/>
              <a:defRPr sz="1400" b="0">
                <a:solidFill>
                  <a:schemeClr val="bg1">
                    <a:lumMod val="75000"/>
                  </a:schemeClr>
                </a:solidFill>
                <a:latin typeface="+mn-lt"/>
              </a:defRPr>
            </a:lvl1pPr>
          </a:lstStyle>
          <a:p>
            <a:pPr lvl="0"/>
            <a:r>
              <a:rPr lang="en-US" smtClean="0"/>
              <a:t>Click to edit Master text styles</a:t>
            </a:r>
          </a:p>
        </p:txBody>
      </p:sp>
      <p:sp>
        <p:nvSpPr>
          <p:cNvPr id="40" name="Text Placeholder 24">
            <a:extLst>
              <a:ext uri="{FF2B5EF4-FFF2-40B4-BE49-F238E27FC236}">
                <a16:creationId xmlns:a16="http://schemas.microsoft.com/office/drawing/2014/main" xmlns="" id="{0EA5E6CA-5C78-4B75-BA22-59750E7D4501}"/>
              </a:ext>
            </a:extLst>
          </p:cNvPr>
          <p:cNvSpPr>
            <a:spLocks noGrp="1"/>
          </p:cNvSpPr>
          <p:nvPr>
            <p:ph type="body" sz="quarter" idx="22"/>
          </p:nvPr>
        </p:nvSpPr>
        <p:spPr>
          <a:xfrm>
            <a:off x="7876955" y="2925988"/>
            <a:ext cx="3726423" cy="800100"/>
          </a:xfrm>
        </p:spPr>
        <p:txBody>
          <a:bodyPr>
            <a:normAutofit/>
          </a:bodyPr>
          <a:lstStyle>
            <a:lvl1pPr marL="0" indent="0">
              <a:buNone/>
              <a:defRPr sz="1400" b="0">
                <a:solidFill>
                  <a:schemeClr val="bg1">
                    <a:lumMod val="75000"/>
                  </a:schemeClr>
                </a:solidFill>
                <a:latin typeface="+mn-lt"/>
              </a:defRPr>
            </a:lvl1pPr>
          </a:lstStyle>
          <a:p>
            <a:pPr lvl="0"/>
            <a:r>
              <a:rPr lang="en-US" smtClean="0"/>
              <a:t>Click to edit Master text styles</a:t>
            </a:r>
          </a:p>
        </p:txBody>
      </p:sp>
      <p:sp>
        <p:nvSpPr>
          <p:cNvPr id="41" name="Text Placeholder 24">
            <a:extLst>
              <a:ext uri="{FF2B5EF4-FFF2-40B4-BE49-F238E27FC236}">
                <a16:creationId xmlns:a16="http://schemas.microsoft.com/office/drawing/2014/main" xmlns="" id="{E1C61752-F57C-4FBF-93F3-06F43CCA43C8}"/>
              </a:ext>
            </a:extLst>
          </p:cNvPr>
          <p:cNvSpPr>
            <a:spLocks noGrp="1"/>
          </p:cNvSpPr>
          <p:nvPr>
            <p:ph type="body" sz="quarter" idx="23"/>
          </p:nvPr>
        </p:nvSpPr>
        <p:spPr>
          <a:xfrm>
            <a:off x="1284133" y="5751926"/>
            <a:ext cx="9623735" cy="470478"/>
          </a:xfrm>
        </p:spPr>
        <p:txBody>
          <a:bodyPr>
            <a:normAutofit/>
          </a:bodyPr>
          <a:lstStyle>
            <a:lvl1pPr marL="0" indent="0" algn="ctr">
              <a:buNone/>
              <a:defRPr sz="1600" b="0">
                <a:solidFill>
                  <a:schemeClr val="tx2"/>
                </a:solidFill>
                <a:latin typeface="+mn-lt"/>
              </a:defRPr>
            </a:lvl1pPr>
          </a:lstStyle>
          <a:p>
            <a:pPr lvl="0"/>
            <a:r>
              <a:rPr lang="en-US" smtClean="0"/>
              <a:t>Click to edit Master text styles</a:t>
            </a:r>
          </a:p>
        </p:txBody>
      </p:sp>
      <p:sp>
        <p:nvSpPr>
          <p:cNvPr id="42" name="Text Placeholder 24">
            <a:extLst>
              <a:ext uri="{FF2B5EF4-FFF2-40B4-BE49-F238E27FC236}">
                <a16:creationId xmlns:a16="http://schemas.microsoft.com/office/drawing/2014/main" xmlns="" id="{E0232175-FB97-4039-8136-B9DD27441C05}"/>
              </a:ext>
            </a:extLst>
          </p:cNvPr>
          <p:cNvSpPr>
            <a:spLocks noGrp="1"/>
          </p:cNvSpPr>
          <p:nvPr>
            <p:ph type="body" sz="quarter" idx="24"/>
          </p:nvPr>
        </p:nvSpPr>
        <p:spPr>
          <a:xfrm>
            <a:off x="4794791" y="4893792"/>
            <a:ext cx="2599199" cy="615026"/>
          </a:xfrm>
        </p:spPr>
        <p:txBody>
          <a:bodyPr>
            <a:normAutofit/>
          </a:bodyPr>
          <a:lstStyle>
            <a:lvl1pPr marL="0" indent="0">
              <a:buNone/>
              <a:defRPr sz="1600" b="0">
                <a:solidFill>
                  <a:schemeClr val="bg2"/>
                </a:solidFill>
                <a:latin typeface="+mn-lt"/>
              </a:defRPr>
            </a:lvl1pPr>
          </a:lstStyle>
          <a:p>
            <a:pPr lvl="0"/>
            <a:r>
              <a:rPr lang="en-US" smtClean="0"/>
              <a:t>Click to edit Master text styles</a:t>
            </a:r>
          </a:p>
        </p:txBody>
      </p:sp>
      <p:sp>
        <p:nvSpPr>
          <p:cNvPr id="43" name="Text Placeholder 24">
            <a:extLst>
              <a:ext uri="{FF2B5EF4-FFF2-40B4-BE49-F238E27FC236}">
                <a16:creationId xmlns:a16="http://schemas.microsoft.com/office/drawing/2014/main" xmlns="" id="{6E5262C3-0603-403F-AB36-FB4EB9FC7BCB}"/>
              </a:ext>
            </a:extLst>
          </p:cNvPr>
          <p:cNvSpPr>
            <a:spLocks noGrp="1"/>
          </p:cNvSpPr>
          <p:nvPr>
            <p:ph type="body" sz="quarter" idx="25"/>
          </p:nvPr>
        </p:nvSpPr>
        <p:spPr>
          <a:xfrm>
            <a:off x="7890713" y="4893792"/>
            <a:ext cx="3712665" cy="615026"/>
          </a:xfrm>
        </p:spPr>
        <p:txBody>
          <a:bodyPr>
            <a:normAutofit/>
          </a:bodyPr>
          <a:lstStyle>
            <a:lvl1pPr marL="0" indent="0">
              <a:buNone/>
              <a:defRPr sz="1600" b="0">
                <a:solidFill>
                  <a:schemeClr val="bg2"/>
                </a:solidFill>
                <a:latin typeface="+mn-lt"/>
              </a:defRPr>
            </a:lvl1pPr>
          </a:lstStyle>
          <a:p>
            <a:pPr lvl="0"/>
            <a:r>
              <a:rPr lang="en-US" smtClean="0"/>
              <a:t>Click to edit Master text styles</a:t>
            </a:r>
          </a:p>
        </p:txBody>
      </p:sp>
      <p:sp>
        <p:nvSpPr>
          <p:cNvPr id="44" name="Picture Placeholder 12">
            <a:extLst>
              <a:ext uri="{FF2B5EF4-FFF2-40B4-BE49-F238E27FC236}">
                <a16:creationId xmlns:a16="http://schemas.microsoft.com/office/drawing/2014/main" xmlns="" id="{D2FBACFC-8B68-4A37-95A4-26BE5A23D759}"/>
              </a:ext>
            </a:extLst>
          </p:cNvPr>
          <p:cNvSpPr>
            <a:spLocks noGrp="1"/>
          </p:cNvSpPr>
          <p:nvPr>
            <p:ph type="pic" sz="quarter" idx="37"/>
          </p:nvPr>
        </p:nvSpPr>
        <p:spPr>
          <a:xfrm>
            <a:off x="1020058" y="3800404"/>
            <a:ext cx="3273552" cy="1618488"/>
          </a:xfrm>
        </p:spPr>
        <p:txBody>
          <a:bodyPr anchor="ctr" anchorCtr="0">
            <a:noAutofit/>
          </a:bodyPr>
          <a:lstStyle>
            <a:lvl1pPr marL="0" indent="0" algn="ctr">
              <a:buNone/>
              <a:defRPr sz="1400">
                <a:solidFill>
                  <a:schemeClr val="bg1">
                    <a:lumMod val="75000"/>
                  </a:schemeClr>
                </a:solidFill>
              </a:defRPr>
            </a:lvl1pPr>
          </a:lstStyle>
          <a:p>
            <a:r>
              <a:rPr lang="en-US" smtClean="0"/>
              <a:t>Click icon to add picture</a:t>
            </a:r>
            <a:endParaRPr lang="ru-RU" dirty="0"/>
          </a:p>
        </p:txBody>
      </p:sp>
      <p:sp>
        <p:nvSpPr>
          <p:cNvPr id="46" name="Picture Placeholder 12">
            <a:extLst>
              <a:ext uri="{FF2B5EF4-FFF2-40B4-BE49-F238E27FC236}">
                <a16:creationId xmlns:a16="http://schemas.microsoft.com/office/drawing/2014/main" xmlns="" id="{5A6A36C6-8489-4333-927A-141D8F98AE50}"/>
              </a:ext>
            </a:extLst>
          </p:cNvPr>
          <p:cNvSpPr>
            <a:spLocks noGrp="1"/>
          </p:cNvSpPr>
          <p:nvPr>
            <p:ph type="pic" sz="quarter" idx="43"/>
          </p:nvPr>
        </p:nvSpPr>
        <p:spPr>
          <a:xfrm>
            <a:off x="4794792" y="3864572"/>
            <a:ext cx="2599199" cy="896112"/>
          </a:xfrm>
        </p:spPr>
        <p:txBody>
          <a:bodyPr anchor="ctr" anchorCtr="0">
            <a:noAutofit/>
          </a:bodyPr>
          <a:lstStyle>
            <a:lvl1pPr marL="0" indent="0" algn="ctr">
              <a:buNone/>
              <a:defRPr sz="1400">
                <a:solidFill>
                  <a:schemeClr val="bg1">
                    <a:lumMod val="75000"/>
                  </a:schemeClr>
                </a:solidFill>
              </a:defRPr>
            </a:lvl1pPr>
          </a:lstStyle>
          <a:p>
            <a:r>
              <a:rPr lang="en-US" smtClean="0"/>
              <a:t>Click icon to add picture</a:t>
            </a:r>
            <a:endParaRPr lang="ru-RU" dirty="0"/>
          </a:p>
        </p:txBody>
      </p:sp>
      <p:sp>
        <p:nvSpPr>
          <p:cNvPr id="47" name="Picture Placeholder 9">
            <a:extLst>
              <a:ext uri="{FF2B5EF4-FFF2-40B4-BE49-F238E27FC236}">
                <a16:creationId xmlns:a16="http://schemas.microsoft.com/office/drawing/2014/main" xmlns="" id="{BB2DF986-C446-4302-9099-B1512AD5D8CA}"/>
              </a:ext>
            </a:extLst>
          </p:cNvPr>
          <p:cNvSpPr>
            <a:spLocks noGrp="1"/>
          </p:cNvSpPr>
          <p:nvPr>
            <p:ph type="pic" sz="quarter" idx="44"/>
          </p:nvPr>
        </p:nvSpPr>
        <p:spPr>
          <a:xfrm>
            <a:off x="7876955" y="3864572"/>
            <a:ext cx="2599200" cy="896400"/>
          </a:xfrm>
        </p:spPr>
        <p:txBody>
          <a:bodyPr anchor="ctr" anchorCtr="0">
            <a:normAutofit/>
          </a:bodyPr>
          <a:lstStyle>
            <a:lvl1pPr marL="0" indent="0" algn="ctr">
              <a:buNone/>
              <a:defRPr sz="1400">
                <a:solidFill>
                  <a:schemeClr val="bg1">
                    <a:lumMod val="75000"/>
                  </a:schemeClr>
                </a:solidFill>
              </a:defRPr>
            </a:lvl1pPr>
          </a:lstStyle>
          <a:p>
            <a:r>
              <a:rPr lang="en-US" smtClean="0"/>
              <a:t>Click icon to add picture</a:t>
            </a:r>
            <a:endParaRPr lang="ru-RU" dirty="0"/>
          </a:p>
        </p:txBody>
      </p:sp>
      <p:sp>
        <p:nvSpPr>
          <p:cNvPr id="22" name="Title 1">
            <a:extLst>
              <a:ext uri="{FF2B5EF4-FFF2-40B4-BE49-F238E27FC236}">
                <a16:creationId xmlns:a16="http://schemas.microsoft.com/office/drawing/2014/main" xmlns="" id="{BB58C539-3FDE-4755-BEB4-C953AA292673}"/>
              </a:ext>
            </a:extLst>
          </p:cNvPr>
          <p:cNvSpPr>
            <a:spLocks noGrp="1"/>
          </p:cNvSpPr>
          <p:nvPr>
            <p:ph type="title" hasCustomPrompt="1"/>
          </p:nvPr>
        </p:nvSpPr>
        <p:spPr>
          <a:xfrm>
            <a:off x="774032" y="741320"/>
            <a:ext cx="10506743" cy="782638"/>
          </a:xfrm>
        </p:spPr>
        <p:txBody>
          <a:bodyPr>
            <a:normAutofit/>
          </a:bodyPr>
          <a:lstStyle>
            <a:lvl1pPr algn="l">
              <a:defRPr sz="4000" b="1">
                <a:solidFill>
                  <a:schemeClr val="bg1"/>
                </a:solidFill>
              </a:defRPr>
            </a:lvl1pPr>
          </a:lstStyle>
          <a:p>
            <a:r>
              <a:rPr lang="en-US" dirty="0"/>
              <a:t>HOW TO USE THIS TEMPALTE</a:t>
            </a:r>
            <a:endParaRPr lang="ru-RU" dirty="0"/>
          </a:p>
        </p:txBody>
      </p:sp>
      <p:sp>
        <p:nvSpPr>
          <p:cNvPr id="23" name="Graphic 15">
            <a:extLst>
              <a:ext uri="{FF2B5EF4-FFF2-40B4-BE49-F238E27FC236}">
                <a16:creationId xmlns:a16="http://schemas.microsoft.com/office/drawing/2014/main" xmlns="" id="{8EDA54DA-ED01-4416-96BF-C8968F4684B4}"/>
              </a:ext>
            </a:extLst>
          </p:cNvPr>
          <p:cNvSpPr/>
          <p:nvPr userDrawn="1"/>
        </p:nvSpPr>
        <p:spPr>
          <a:xfrm>
            <a:off x="-11173" y="1610268"/>
            <a:ext cx="9252000" cy="73100"/>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311389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xmlns="" id="{9475097E-EB08-4475-9112-275B8402794C}"/>
              </a:ext>
            </a:extLst>
          </p:cNvPr>
          <p:cNvSpPr>
            <a:spLocks noGrp="1"/>
          </p:cNvSpPr>
          <p:nvPr>
            <p:ph type="sldNum" sz="quarter" idx="4"/>
          </p:nvPr>
        </p:nvSpPr>
        <p:spPr>
          <a:xfrm>
            <a:off x="10730162" y="6002372"/>
            <a:ext cx="549442" cy="365125"/>
          </a:xfrm>
          <a:prstGeom prst="rect">
            <a:avLst/>
          </a:prstGeom>
        </p:spPr>
        <p:txBody>
          <a:bodyPr vert="horz" lIns="91440" tIns="45720" rIns="91440" bIns="45720" rtlCol="0" anchor="ctr"/>
          <a:lstStyle>
            <a:lvl1pPr algn="r">
              <a:defRPr sz="1400">
                <a:solidFill>
                  <a:schemeClr val="tx2"/>
                </a:solidFill>
                <a:latin typeface="+mn-lt"/>
              </a:defRPr>
            </a:lvl1pPr>
          </a:lstStyle>
          <a:p>
            <a:fld id="{D495E168-DA5E-4888-8D8A-92B118324C14}" type="slidenum">
              <a:rPr lang="ru-RU" smtClean="0"/>
              <a:pPr/>
              <a:t>‹#›</a:t>
            </a:fld>
            <a:endParaRPr lang="ru-RU" dirty="0"/>
          </a:p>
        </p:txBody>
      </p:sp>
      <p:sp>
        <p:nvSpPr>
          <p:cNvPr id="2" name="Title Placeholder 1">
            <a:extLst>
              <a:ext uri="{FF2B5EF4-FFF2-40B4-BE49-F238E27FC236}">
                <a16:creationId xmlns:a16="http://schemas.microsoft.com/office/drawing/2014/main" xmlns="" id="{A8DB6A3A-74E6-4FE2-8AD2-CEB0704471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ru-RU" dirty="0"/>
          </a:p>
        </p:txBody>
      </p:sp>
      <p:sp>
        <p:nvSpPr>
          <p:cNvPr id="3" name="Text Placeholder 2">
            <a:extLst>
              <a:ext uri="{FF2B5EF4-FFF2-40B4-BE49-F238E27FC236}">
                <a16:creationId xmlns:a16="http://schemas.microsoft.com/office/drawing/2014/main" xmlns="" id="{2C0128AA-FDF4-4DD5-A009-3C58D24570F2}"/>
              </a:ext>
            </a:extLst>
          </p:cNvPr>
          <p:cNvSpPr>
            <a:spLocks noGrp="1"/>
          </p:cNvSpPr>
          <p:nvPr>
            <p:ph type="body" idx="1"/>
          </p:nvPr>
        </p:nvSpPr>
        <p:spPr>
          <a:xfrm>
            <a:off x="838200" y="1825625"/>
            <a:ext cx="10515600" cy="40482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ru-RU" dirty="0"/>
          </a:p>
        </p:txBody>
      </p:sp>
      <p:sp>
        <p:nvSpPr>
          <p:cNvPr id="4" name="Date Placeholder 3">
            <a:extLst>
              <a:ext uri="{FF2B5EF4-FFF2-40B4-BE49-F238E27FC236}">
                <a16:creationId xmlns:a16="http://schemas.microsoft.com/office/drawing/2014/main" xmlns="" id="{BB1C2DC0-7E13-4A66-9F9B-371BA9C6E4F1}"/>
              </a:ext>
            </a:extLst>
          </p:cNvPr>
          <p:cNvSpPr>
            <a:spLocks noGrp="1"/>
          </p:cNvSpPr>
          <p:nvPr>
            <p:ph type="dt" sz="half" idx="2"/>
          </p:nvPr>
        </p:nvSpPr>
        <p:spPr>
          <a:xfrm>
            <a:off x="4724400" y="6002372"/>
            <a:ext cx="2743200" cy="365125"/>
          </a:xfrm>
          <a:prstGeom prst="rect">
            <a:avLst/>
          </a:prstGeom>
        </p:spPr>
        <p:txBody>
          <a:bodyPr vert="horz" lIns="91440" tIns="45720" rIns="91440" bIns="45720" rtlCol="0" anchor="ctr"/>
          <a:lstStyle>
            <a:lvl1pPr algn="ctr">
              <a:defRPr sz="1400">
                <a:solidFill>
                  <a:schemeClr val="bg2"/>
                </a:solidFill>
              </a:defRPr>
            </a:lvl1pPr>
          </a:lstStyle>
          <a:p>
            <a:r>
              <a:rPr lang="ru-RU" dirty="0"/>
              <a:t>MM.DD.20XX</a:t>
            </a:r>
          </a:p>
        </p:txBody>
      </p:sp>
      <p:sp>
        <p:nvSpPr>
          <p:cNvPr id="11" name="Footer Placeholder 4">
            <a:extLst>
              <a:ext uri="{FF2B5EF4-FFF2-40B4-BE49-F238E27FC236}">
                <a16:creationId xmlns:a16="http://schemas.microsoft.com/office/drawing/2014/main" xmlns="" id="{1F296578-6D40-435B-861E-0904DDC10B7C}"/>
              </a:ext>
            </a:extLst>
          </p:cNvPr>
          <p:cNvSpPr>
            <a:spLocks noGrp="1"/>
          </p:cNvSpPr>
          <p:nvPr>
            <p:ph type="ftr" sz="quarter" idx="3"/>
          </p:nvPr>
        </p:nvSpPr>
        <p:spPr>
          <a:xfrm>
            <a:off x="838200" y="6002372"/>
            <a:ext cx="3398763" cy="365125"/>
          </a:xfrm>
          <a:prstGeom prst="rect">
            <a:avLst/>
          </a:prstGeom>
        </p:spPr>
        <p:txBody>
          <a:bodyPr vert="horz" lIns="91440" tIns="45720" rIns="91440" bIns="45720" rtlCol="0" anchor="ctr"/>
          <a:lstStyle>
            <a:lvl1pPr algn="l">
              <a:defRPr sz="1400">
                <a:solidFill>
                  <a:schemeClr val="bg2"/>
                </a:solidFill>
              </a:defRPr>
            </a:lvl1pPr>
          </a:lstStyle>
          <a:p>
            <a:r>
              <a:rPr lang="en-US" dirty="0"/>
              <a:t>ADD A FOOTER</a:t>
            </a:r>
            <a:endParaRPr lang="ru-RU" dirty="0"/>
          </a:p>
        </p:txBody>
      </p:sp>
    </p:spTree>
    <p:extLst>
      <p:ext uri="{BB962C8B-B14F-4D97-AF65-F5344CB8AC3E}">
        <p14:creationId xmlns:p14="http://schemas.microsoft.com/office/powerpoint/2010/main" val="3223999130"/>
      </p:ext>
    </p:extLst>
  </p:cSld>
  <p:clrMap bg1="lt1" tx1="dk1" bg2="lt2" tx2="dk2" accent1="accent1" accent2="accent2" accent3="accent3" accent4="accent4" accent5="accent5" accent6="accent6" hlink="hlink" folHlink="folHlink"/>
  <p:sldLayoutIdLst>
    <p:sldLayoutId id="2147483689" r:id="rId1"/>
    <p:sldLayoutId id="2147483677" r:id="rId2"/>
    <p:sldLayoutId id="2147483678" r:id="rId3"/>
    <p:sldLayoutId id="2147483679" r:id="rId4"/>
    <p:sldLayoutId id="2147483681" r:id="rId5"/>
    <p:sldLayoutId id="2147483690" r:id="rId6"/>
    <p:sldLayoutId id="2147483691" r:id="rId7"/>
    <p:sldLayoutId id="2147483684" r:id="rId8"/>
    <p:sldLayoutId id="2147483685" r:id="rId9"/>
    <p:sldLayoutId id="2147483692" r:id="rId10"/>
    <p:sldLayoutId id="2147483693" r:id="rId11"/>
    <p:sldLayoutId id="2147483694" r:id="rId12"/>
    <p:sldLayoutId id="2147483697" r:id="rId13"/>
    <p:sldLayoutId id="2147483698" r:id="rId14"/>
    <p:sldLayoutId id="2147483699" r:id="rId15"/>
    <p:sldLayoutId id="2147483701" r:id="rId16"/>
    <p:sldLayoutId id="2147483700" r:id="rId17"/>
    <p:sldLayoutId id="2147483687" r:id="rId18"/>
    <p:sldLayoutId id="2147483696" r:id="rId19"/>
    <p:sldLayoutId id="2147483688" r:id="rId20"/>
  </p:sldLayoutIdLst>
  <p:hf hdr="0" dt="0"/>
  <p:txStyles>
    <p:titleStyle>
      <a:lvl1pPr algn="l" defTabSz="914400" rtl="0" eaLnBrk="1" latinLnBrk="0" hangingPunct="1">
        <a:lnSpc>
          <a:spcPct val="90000"/>
        </a:lnSpc>
        <a:spcBef>
          <a:spcPct val="0"/>
        </a:spcBef>
        <a:buNone/>
        <a:defRPr sz="40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572" userDrawn="1">
          <p15:clr>
            <a:srgbClr val="F26B43"/>
          </p15:clr>
        </p15:guide>
        <p15:guide id="2" pos="574" userDrawn="1">
          <p15:clr>
            <a:srgbClr val="F26B43"/>
          </p15:clr>
        </p15:guide>
        <p15:guide id="3" pos="7106" userDrawn="1">
          <p15:clr>
            <a:srgbClr val="F26B43"/>
          </p15:clr>
        </p15:guide>
        <p15:guide id="4" orient="horz" pos="3748" userDrawn="1">
          <p15:clr>
            <a:srgbClr val="F26B43"/>
          </p15:clr>
        </p15:guide>
        <p15:guide id="5" pos="4407" userDrawn="1">
          <p15:clr>
            <a:srgbClr val="F26B43"/>
          </p15:clr>
        </p15:guide>
        <p15:guide id="6" pos="3273" userDrawn="1">
          <p15:clr>
            <a:srgbClr val="F26B43"/>
          </p15:clr>
        </p15:guide>
        <p15:guide id="7" pos="3840" userDrawn="1">
          <p15:clr>
            <a:srgbClr val="F26B43"/>
          </p15:clr>
        </p15:guide>
        <p15:guide id="8"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f-droid.org/en/"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Tuhinshubhra/RED_HAWK" TargetMode="External"/><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hyperlink" Target="https://github.com/jseidl/GoldenEye" TargetMode="Externa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sullo/nikto" TargetMode="Externa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sqlmapproject/sqlmap"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vulnersCom/nmap-vulners" TargetMode="External"/><Relationship Id="rId2" Type="http://schemas.openxmlformats.org/officeDocument/2006/relationships/hyperlink" Target="https://raw.githubusercontent.com/vulnersCom/nmap-vulners/master/vulners.nse" TargetMode="External"/><Relationship Id="rId1" Type="http://schemas.openxmlformats.org/officeDocument/2006/relationships/slideLayout" Target="../slideLayouts/slideLayout7.xml"/><Relationship Id="rId4" Type="http://schemas.openxmlformats.org/officeDocument/2006/relationships/hyperlink" Target="https://geekflare.com/nmap-vulnerability-scan/" TargetMode="Externa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devXprite/infoooze"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Anonynusman/Anony-scanner"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Manisso/fsociety"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guelfoweb/knock"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KasRoudra/CamHackern"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www.httrack.com/" TargetMode="External"/><Relationship Id="rId2" Type="http://schemas.openxmlformats.org/officeDocument/2006/relationships/hyperlink" Target="https://github.com/KasRoudra/PyPhisher"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Placeholder 18" descr="Building glass walls and sky">
            <a:extLst>
              <a:ext uri="{FF2B5EF4-FFF2-40B4-BE49-F238E27FC236}">
                <a16:creationId xmlns:a16="http://schemas.microsoft.com/office/drawing/2014/main" xmlns="" id="{873751CF-C490-45B5-B248-BF86A59ECF2E}"/>
              </a:ext>
            </a:extLst>
          </p:cNvPr>
          <p:cNvPicPr>
            <a:picLocks noGrp="1" noChangeAspect="1"/>
          </p:cNvPicPr>
          <p:nvPr>
            <p:ph type="pic" sz="quarter" idx="22"/>
          </p:nvPr>
        </p:nvPicPr>
        <p:blipFill rotWithShape="1">
          <a:blip r:embed="rId2"/>
          <a:srcRect l="-48" t="6766" r="19843" b="3091"/>
          <a:stretch/>
        </p:blipFill>
        <p:spPr>
          <a:xfrm>
            <a:off x="3033191" y="0"/>
            <a:ext cx="9155634" cy="6858000"/>
          </a:xfrm>
        </p:spPr>
      </p:pic>
      <p:sp>
        <p:nvSpPr>
          <p:cNvPr id="2" name="Title 1">
            <a:extLst>
              <a:ext uri="{FF2B5EF4-FFF2-40B4-BE49-F238E27FC236}">
                <a16:creationId xmlns:a16="http://schemas.microsoft.com/office/drawing/2014/main" xmlns="" id="{F56E9371-6E05-45E0-803B-4C39AC28CC69}"/>
              </a:ext>
            </a:extLst>
          </p:cNvPr>
          <p:cNvSpPr>
            <a:spLocks noGrp="1"/>
          </p:cNvSpPr>
          <p:nvPr>
            <p:ph type="title"/>
          </p:nvPr>
        </p:nvSpPr>
        <p:spPr>
          <a:xfrm>
            <a:off x="770021" y="623456"/>
            <a:ext cx="10510754" cy="3128268"/>
          </a:xfrm>
        </p:spPr>
        <p:txBody>
          <a:bodyPr/>
          <a:lstStyle/>
          <a:p>
            <a:r>
              <a:rPr lang="en-US" dirty="0"/>
              <a:t>PRESENTATION</a:t>
            </a:r>
            <a:br>
              <a:rPr lang="en-US" dirty="0"/>
            </a:br>
            <a:r>
              <a:rPr lang="en-US" dirty="0" smtClean="0"/>
              <a:t>of Ethical Hacking Tools </a:t>
            </a:r>
            <a:endParaRPr lang="ru-RU" dirty="0"/>
          </a:p>
        </p:txBody>
      </p:sp>
      <p:sp>
        <p:nvSpPr>
          <p:cNvPr id="3" name="Text Placeholder 2">
            <a:extLst>
              <a:ext uri="{FF2B5EF4-FFF2-40B4-BE49-F238E27FC236}">
                <a16:creationId xmlns:a16="http://schemas.microsoft.com/office/drawing/2014/main" xmlns="" id="{E0A0FE25-038A-4A14-B11A-432FECB7FA1E}"/>
              </a:ext>
            </a:extLst>
          </p:cNvPr>
          <p:cNvSpPr>
            <a:spLocks noGrp="1"/>
          </p:cNvSpPr>
          <p:nvPr>
            <p:ph type="body" sz="quarter" idx="13"/>
          </p:nvPr>
        </p:nvSpPr>
        <p:spPr/>
        <p:txBody>
          <a:bodyPr/>
          <a:lstStyle/>
          <a:p>
            <a:r>
              <a:rPr lang="en-US" dirty="0" err="1" smtClean="0"/>
              <a:t>Presentating</a:t>
            </a:r>
            <a:r>
              <a:rPr lang="en-US" dirty="0" smtClean="0"/>
              <a:t> </a:t>
            </a:r>
            <a:r>
              <a:rPr lang="en-US" dirty="0"/>
              <a:t/>
            </a:r>
            <a:br>
              <a:rPr lang="en-US" dirty="0"/>
            </a:br>
            <a:r>
              <a:rPr lang="en-US" dirty="0" smtClean="0"/>
              <a:t>Some CEH Tools </a:t>
            </a:r>
            <a:endParaRPr lang="ru-RU" dirty="0"/>
          </a:p>
        </p:txBody>
      </p:sp>
      <p:sp>
        <p:nvSpPr>
          <p:cNvPr id="5" name="Text Placeholder 4">
            <a:extLst>
              <a:ext uri="{FF2B5EF4-FFF2-40B4-BE49-F238E27FC236}">
                <a16:creationId xmlns:a16="http://schemas.microsoft.com/office/drawing/2014/main" xmlns="" id="{030A1A89-FE18-44C6-B3EE-49541CB85077}"/>
              </a:ext>
            </a:extLst>
          </p:cNvPr>
          <p:cNvSpPr>
            <a:spLocks noGrp="1"/>
          </p:cNvSpPr>
          <p:nvPr>
            <p:ph type="body" sz="quarter" idx="20"/>
          </p:nvPr>
        </p:nvSpPr>
        <p:spPr/>
        <p:txBody>
          <a:bodyPr/>
          <a:lstStyle/>
          <a:p>
            <a:r>
              <a:rPr lang="en-US" dirty="0" smtClean="0"/>
              <a:t>Aaditya Saxena </a:t>
            </a:r>
            <a:endParaRPr lang="ru-RU" dirty="0"/>
          </a:p>
        </p:txBody>
      </p:sp>
      <p:sp>
        <p:nvSpPr>
          <p:cNvPr id="4" name="Text Placeholder 3">
            <a:extLst>
              <a:ext uri="{FF2B5EF4-FFF2-40B4-BE49-F238E27FC236}">
                <a16:creationId xmlns:a16="http://schemas.microsoft.com/office/drawing/2014/main" xmlns="" id="{C83697A7-775B-4995-AFA7-E4B1B1C1C8F8}"/>
              </a:ext>
            </a:extLst>
          </p:cNvPr>
          <p:cNvSpPr>
            <a:spLocks noGrp="1"/>
          </p:cNvSpPr>
          <p:nvPr>
            <p:ph type="body" sz="quarter" idx="21"/>
          </p:nvPr>
        </p:nvSpPr>
        <p:spPr/>
        <p:txBody>
          <a:bodyPr/>
          <a:lstStyle/>
          <a:p>
            <a:r>
              <a:rPr lang="en-US" dirty="0" smtClean="0"/>
              <a:t>2023</a:t>
            </a:r>
            <a:endParaRPr lang="ru-RU" dirty="0"/>
          </a:p>
        </p:txBody>
      </p:sp>
    </p:spTree>
    <p:extLst>
      <p:ext uri="{BB962C8B-B14F-4D97-AF65-F5344CB8AC3E}">
        <p14:creationId xmlns:p14="http://schemas.microsoft.com/office/powerpoint/2010/main" val="3610506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5" presetClass="emph" presetSubtype="0" nodeType="clickEffect">
                                  <p:stCondLst>
                                    <p:cond delay="0"/>
                                  </p:stCondLst>
                                  <p:iterate type="lt">
                                    <p:tmAbs val="25"/>
                                  </p:iterate>
                                  <p:childTnLst>
                                    <p:set>
                                      <p:cBhvr override="childStyle">
                                        <p:cTn id="14" dur="indefinite"/>
                                        <p:tgtEl>
                                          <p:spTgt spid="3">
                                            <p:txEl>
                                              <p:pRg st="0" end="0"/>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Placeholder 18" descr="Low Angle View of Office Building Against Clear Sky">
            <a:extLst>
              <a:ext uri="{FF2B5EF4-FFF2-40B4-BE49-F238E27FC236}">
                <a16:creationId xmlns:a16="http://schemas.microsoft.com/office/drawing/2014/main" xmlns="" id="{98E1357B-90EC-4F60-BE24-5671EC46D030}"/>
              </a:ext>
            </a:extLst>
          </p:cNvPr>
          <p:cNvPicPr>
            <a:picLocks noGrp="1" noChangeAspect="1"/>
          </p:cNvPicPr>
          <p:nvPr>
            <p:ph type="pic" sz="quarter" idx="14"/>
          </p:nvPr>
        </p:nvPicPr>
        <p:blipFill rotWithShape="1">
          <a:blip r:embed="rId2"/>
          <a:srcRect t="13926" b="13926"/>
          <a:stretch/>
        </p:blipFill>
        <p:spPr/>
      </p:pic>
      <p:sp>
        <p:nvSpPr>
          <p:cNvPr id="2" name="Title 1">
            <a:extLst>
              <a:ext uri="{FF2B5EF4-FFF2-40B4-BE49-F238E27FC236}">
                <a16:creationId xmlns:a16="http://schemas.microsoft.com/office/drawing/2014/main" xmlns="" id="{CFA21564-E2C8-443F-8E07-E59DFA5BC6DF}"/>
              </a:ext>
            </a:extLst>
          </p:cNvPr>
          <p:cNvSpPr>
            <a:spLocks noGrp="1"/>
          </p:cNvSpPr>
          <p:nvPr>
            <p:ph type="title"/>
          </p:nvPr>
        </p:nvSpPr>
        <p:spPr/>
        <p:txBody>
          <a:bodyPr/>
          <a:lstStyle/>
          <a:p>
            <a:r>
              <a:rPr lang="en-US" dirty="0"/>
              <a:t>What is F-Droid?</a:t>
            </a:r>
          </a:p>
        </p:txBody>
      </p:sp>
      <p:sp>
        <p:nvSpPr>
          <p:cNvPr id="5" name="Text Placeholder 4">
            <a:extLst>
              <a:ext uri="{FF2B5EF4-FFF2-40B4-BE49-F238E27FC236}">
                <a16:creationId xmlns:a16="http://schemas.microsoft.com/office/drawing/2014/main" xmlns="" id="{02A2A374-6D41-4D06-9363-30924664025A}"/>
              </a:ext>
            </a:extLst>
          </p:cNvPr>
          <p:cNvSpPr>
            <a:spLocks noGrp="1"/>
          </p:cNvSpPr>
          <p:nvPr>
            <p:ph type="body" sz="quarter" idx="13"/>
          </p:nvPr>
        </p:nvSpPr>
        <p:spPr>
          <a:xfrm>
            <a:off x="774032" y="2225392"/>
            <a:ext cx="4421856" cy="1421817"/>
          </a:xfrm>
        </p:spPr>
        <p:txBody>
          <a:bodyPr>
            <a:normAutofit fontScale="77500" lnSpcReduction="20000"/>
          </a:bodyPr>
          <a:lstStyle/>
          <a:p>
            <a:r>
              <a:rPr lang="en-US" dirty="0"/>
              <a:t>F-Droid is an installable catalogue of FOSS (Free and Open Source Software) applications for the Android platform. The client makes it easy to browse, install, and keep track of updates on your device</a:t>
            </a:r>
            <a:r>
              <a:rPr lang="en-US" dirty="0" smtClean="0"/>
              <a:t>.</a:t>
            </a:r>
          </a:p>
          <a:p>
            <a:r>
              <a:rPr lang="en-US" dirty="0">
                <a:hlinkClick r:id="rId3"/>
              </a:rPr>
              <a:t>https://f-droid.org/en</a:t>
            </a:r>
            <a:r>
              <a:rPr lang="en-US" dirty="0" smtClean="0">
                <a:hlinkClick r:id="rId3"/>
              </a:rPr>
              <a:t>/</a:t>
            </a:r>
            <a:r>
              <a:rPr lang="en-US" dirty="0" smtClean="0"/>
              <a:t> </a:t>
            </a:r>
          </a:p>
          <a:p>
            <a:endParaRPr lang="ru-RU" dirty="0"/>
          </a:p>
        </p:txBody>
      </p:sp>
      <p:sp>
        <p:nvSpPr>
          <p:cNvPr id="3" name="Slide Number Placeholder 2">
            <a:extLst>
              <a:ext uri="{FF2B5EF4-FFF2-40B4-BE49-F238E27FC236}">
                <a16:creationId xmlns:a16="http://schemas.microsoft.com/office/drawing/2014/main" xmlns="" id="{EA534D36-FD98-42BC-977C-D6843E425B7B}"/>
              </a:ext>
            </a:extLst>
          </p:cNvPr>
          <p:cNvSpPr>
            <a:spLocks noGrp="1"/>
          </p:cNvSpPr>
          <p:nvPr>
            <p:ph type="sldNum" sz="quarter" idx="10"/>
          </p:nvPr>
        </p:nvSpPr>
        <p:spPr/>
        <p:txBody>
          <a:bodyPr/>
          <a:lstStyle/>
          <a:p>
            <a:fld id="{D495E168-DA5E-4888-8D8A-92B118324C14}" type="slidenum">
              <a:rPr lang="ru-RU" smtClean="0"/>
              <a:pPr/>
              <a:t>2</a:t>
            </a:fld>
            <a:endParaRPr lang="ru-RU" dirty="0"/>
          </a:p>
        </p:txBody>
      </p:sp>
    </p:spTree>
    <p:extLst>
      <p:ext uri="{BB962C8B-B14F-4D97-AF65-F5344CB8AC3E}">
        <p14:creationId xmlns:p14="http://schemas.microsoft.com/office/powerpoint/2010/main" val="1106630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 calcmode="lin" valueType="num">
                                      <p:cBhvr additive="base">
                                        <p:cTn id="12"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anim calcmode="lin" valueType="num">
                                      <p:cBhvr additive="base">
                                        <p:cTn id="18"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0C01CE71-FC76-4B08-B6CF-991940C3CF1D}"/>
              </a:ext>
            </a:extLst>
          </p:cNvPr>
          <p:cNvSpPr>
            <a:spLocks noGrp="1"/>
          </p:cNvSpPr>
          <p:nvPr>
            <p:ph type="title"/>
          </p:nvPr>
        </p:nvSpPr>
        <p:spPr/>
        <p:txBody>
          <a:bodyPr/>
          <a:lstStyle/>
          <a:p>
            <a:r>
              <a:rPr lang="en-US" dirty="0" smtClean="0"/>
              <a:t>NSLOOKUP</a:t>
            </a:r>
            <a:endParaRPr lang="ru-RU" dirty="0"/>
          </a:p>
        </p:txBody>
      </p:sp>
      <p:sp>
        <p:nvSpPr>
          <p:cNvPr id="6" name="Text Placeholder 5">
            <a:extLst>
              <a:ext uri="{FF2B5EF4-FFF2-40B4-BE49-F238E27FC236}">
                <a16:creationId xmlns:a16="http://schemas.microsoft.com/office/drawing/2014/main" xmlns="" id="{32AE43E3-E3DE-481E-9B87-7B1F8783A606}"/>
              </a:ext>
            </a:extLst>
          </p:cNvPr>
          <p:cNvSpPr>
            <a:spLocks noGrp="1"/>
          </p:cNvSpPr>
          <p:nvPr>
            <p:ph type="body" sz="quarter" idx="13"/>
          </p:nvPr>
        </p:nvSpPr>
        <p:spPr>
          <a:xfrm>
            <a:off x="774032" y="2225392"/>
            <a:ext cx="4421856" cy="465853"/>
          </a:xfrm>
        </p:spPr>
        <p:txBody>
          <a:bodyPr/>
          <a:lstStyle/>
          <a:p>
            <a:r>
              <a:rPr lang="en-US" dirty="0" smtClean="0"/>
              <a:t>Sudo apt </a:t>
            </a:r>
            <a:r>
              <a:rPr lang="en-US" dirty="0"/>
              <a:t>install dnsutils</a:t>
            </a:r>
            <a:endParaRPr lang="ru-RU" dirty="0"/>
          </a:p>
        </p:txBody>
      </p:sp>
      <p:sp>
        <p:nvSpPr>
          <p:cNvPr id="4" name="Text Placeholder 3">
            <a:extLst>
              <a:ext uri="{FF2B5EF4-FFF2-40B4-BE49-F238E27FC236}">
                <a16:creationId xmlns:a16="http://schemas.microsoft.com/office/drawing/2014/main" xmlns="" id="{A88F02AC-2ACE-4B6E-9181-99EBB08906BB}"/>
              </a:ext>
            </a:extLst>
          </p:cNvPr>
          <p:cNvSpPr>
            <a:spLocks noGrp="1"/>
          </p:cNvSpPr>
          <p:nvPr>
            <p:ph type="body" sz="quarter" idx="15"/>
          </p:nvPr>
        </p:nvSpPr>
        <p:spPr>
          <a:xfrm>
            <a:off x="774032" y="3074530"/>
            <a:ext cx="4421856" cy="520726"/>
          </a:xfrm>
        </p:spPr>
        <p:txBody>
          <a:bodyPr>
            <a:noAutofit/>
          </a:bodyPr>
          <a:lstStyle/>
          <a:p>
            <a:r>
              <a:rPr lang="en-US" dirty="0" smtClean="0"/>
              <a:t>Nslookup will shoe you website IP Mac address and other info. </a:t>
            </a:r>
            <a:endParaRPr lang="en-US" dirty="0"/>
          </a:p>
        </p:txBody>
      </p:sp>
      <p:pic>
        <p:nvPicPr>
          <p:cNvPr id="14" name="Picture Placeholder 13" descr="Futuristic Design Office Building Against Clear Sky">
            <a:extLst>
              <a:ext uri="{FF2B5EF4-FFF2-40B4-BE49-F238E27FC236}">
                <a16:creationId xmlns:a16="http://schemas.microsoft.com/office/drawing/2014/main" xmlns="" id="{1E9B5A50-F85D-49E6-9C85-597319470577}"/>
              </a:ext>
            </a:extLst>
          </p:cNvPr>
          <p:cNvPicPr>
            <a:picLocks noGrp="1" noChangeAspect="1"/>
          </p:cNvPicPr>
          <p:nvPr>
            <p:ph type="pic" sz="quarter" idx="16"/>
          </p:nvPr>
        </p:nvPicPr>
        <p:blipFill rotWithShape="1">
          <a:blip r:embed="rId2"/>
          <a:srcRect l="17163" t="7596" r="21154"/>
          <a:stretch/>
        </p:blipFill>
        <p:spPr>
          <a:xfrm>
            <a:off x="5519738" y="0"/>
            <a:ext cx="6103621" cy="6858000"/>
          </a:xfrm>
        </p:spPr>
      </p:pic>
      <p:sp>
        <p:nvSpPr>
          <p:cNvPr id="2" name="Slide Number Placeholder 1">
            <a:extLst>
              <a:ext uri="{FF2B5EF4-FFF2-40B4-BE49-F238E27FC236}">
                <a16:creationId xmlns:a16="http://schemas.microsoft.com/office/drawing/2014/main" xmlns="" id="{C1C20937-8D4C-4000-BCD6-AC984F093F26}"/>
              </a:ext>
            </a:extLst>
          </p:cNvPr>
          <p:cNvSpPr>
            <a:spLocks noGrp="1"/>
          </p:cNvSpPr>
          <p:nvPr>
            <p:ph type="sldNum" sz="quarter" idx="10"/>
          </p:nvPr>
        </p:nvSpPr>
        <p:spPr/>
        <p:txBody>
          <a:bodyPr/>
          <a:lstStyle/>
          <a:p>
            <a:fld id="{D495E168-DA5E-4888-8D8A-92B118324C14}" type="slidenum">
              <a:rPr lang="ru-RU" smtClean="0"/>
              <a:pPr/>
              <a:t>3</a:t>
            </a:fld>
            <a:endParaRPr lang="ru-RU" dirty="0"/>
          </a:p>
        </p:txBody>
      </p:sp>
      <p:sp>
        <p:nvSpPr>
          <p:cNvPr id="3" name="Rectangle 1"/>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smtClean="0">
                <a:ln>
                  <a:noFill/>
                </a:ln>
                <a:solidFill>
                  <a:schemeClr val="tx1"/>
                </a:solidFill>
                <a:effectLst/>
                <a:latin typeface="Arial Unicode MS" panose="020B0604020202020204" pitchFamily="34" charset="-128"/>
              </a:rPr>
              <a:t>apt install dnsutils</a:t>
            </a:r>
            <a:r>
              <a:rPr kumimoji="0" lang="en-US" altLang="en-US" sz="9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5792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heel(1)">
                                      <p:cBhvr>
                                        <p:cTn id="12" dur="20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descr="Futuristic Design Office Building Against Clear Sky">
            <a:extLst>
              <a:ext uri="{FF2B5EF4-FFF2-40B4-BE49-F238E27FC236}">
                <a16:creationId xmlns:a16="http://schemas.microsoft.com/office/drawing/2014/main" xmlns="" id="{BD519751-E686-4F24-9C8F-C439D8581B8C}"/>
              </a:ext>
            </a:extLst>
          </p:cNvPr>
          <p:cNvPicPr>
            <a:picLocks noGrp="1" noChangeAspect="1"/>
          </p:cNvPicPr>
          <p:nvPr>
            <p:ph type="pic" sz="quarter" idx="16"/>
          </p:nvPr>
        </p:nvPicPr>
        <p:blipFill rotWithShape="1">
          <a:blip r:embed="rId2"/>
          <a:srcRect l="10743" t="17230" r="27972"/>
          <a:stretch/>
        </p:blipFill>
        <p:spPr>
          <a:xfrm>
            <a:off x="0" y="404811"/>
            <a:ext cx="6108872" cy="5485128"/>
          </a:xfrm>
        </p:spPr>
      </p:pic>
      <p:sp>
        <p:nvSpPr>
          <p:cNvPr id="5" name="Title 4">
            <a:extLst>
              <a:ext uri="{FF2B5EF4-FFF2-40B4-BE49-F238E27FC236}">
                <a16:creationId xmlns:a16="http://schemas.microsoft.com/office/drawing/2014/main" xmlns="" id="{20B93806-769F-4C20-A684-CA4CB5BB858C}"/>
              </a:ext>
            </a:extLst>
          </p:cNvPr>
          <p:cNvSpPr>
            <a:spLocks noGrp="1"/>
          </p:cNvSpPr>
          <p:nvPr>
            <p:ph type="title"/>
          </p:nvPr>
        </p:nvSpPr>
        <p:spPr>
          <a:xfrm>
            <a:off x="6881206" y="1046140"/>
            <a:ext cx="5056083" cy="408587"/>
          </a:xfrm>
        </p:spPr>
        <p:txBody>
          <a:bodyPr>
            <a:normAutofit fontScale="90000"/>
          </a:bodyPr>
          <a:lstStyle/>
          <a:p>
            <a:r>
              <a:rPr lang="en-US" dirty="0"/>
              <a:t>Scans That You Can Perform Using RED HAWK :</a:t>
            </a:r>
          </a:p>
        </p:txBody>
      </p:sp>
      <p:sp>
        <p:nvSpPr>
          <p:cNvPr id="6" name="Text Placeholder 5">
            <a:extLst>
              <a:ext uri="{FF2B5EF4-FFF2-40B4-BE49-F238E27FC236}">
                <a16:creationId xmlns:a16="http://schemas.microsoft.com/office/drawing/2014/main" xmlns="" id="{E7292DFE-EBA3-4DB2-A2C7-1810115565E7}"/>
              </a:ext>
            </a:extLst>
          </p:cNvPr>
          <p:cNvSpPr>
            <a:spLocks noGrp="1"/>
          </p:cNvSpPr>
          <p:nvPr>
            <p:ph type="body" sz="quarter" idx="13"/>
          </p:nvPr>
        </p:nvSpPr>
        <p:spPr/>
        <p:txBody>
          <a:bodyPr/>
          <a:lstStyle/>
          <a:p>
            <a:r>
              <a:rPr lang="en-US" dirty="0">
                <a:hlinkClick r:id="rId3"/>
              </a:rPr>
              <a:t>https://</a:t>
            </a:r>
            <a:r>
              <a:rPr lang="en-US" dirty="0" smtClean="0">
                <a:hlinkClick r:id="rId3"/>
              </a:rPr>
              <a:t>github.com/Tuhinshubhra/RED_HAWK</a:t>
            </a:r>
            <a:r>
              <a:rPr lang="en-US" dirty="0" smtClean="0"/>
              <a:t> </a:t>
            </a:r>
            <a:endParaRPr lang="ru-RU" dirty="0"/>
          </a:p>
        </p:txBody>
      </p:sp>
      <p:sp>
        <p:nvSpPr>
          <p:cNvPr id="4" name="Text Placeholder 3">
            <a:extLst>
              <a:ext uri="{FF2B5EF4-FFF2-40B4-BE49-F238E27FC236}">
                <a16:creationId xmlns:a16="http://schemas.microsoft.com/office/drawing/2014/main" xmlns="" id="{7E209D92-7413-44EE-BC90-ECE50DA3158D}"/>
              </a:ext>
            </a:extLst>
          </p:cNvPr>
          <p:cNvSpPr>
            <a:spLocks noGrp="1"/>
          </p:cNvSpPr>
          <p:nvPr>
            <p:ph type="body" sz="quarter" idx="15"/>
          </p:nvPr>
        </p:nvSpPr>
        <p:spPr/>
        <p:txBody>
          <a:bodyPr>
            <a:normAutofit fontScale="70000" lnSpcReduction="20000"/>
          </a:bodyPr>
          <a:lstStyle/>
          <a:p>
            <a:r>
              <a:rPr lang="en-US" dirty="0"/>
              <a:t>Basic Scan</a:t>
            </a:r>
          </a:p>
          <a:p>
            <a:endParaRPr lang="en-US" dirty="0"/>
          </a:p>
          <a:p>
            <a:r>
              <a:rPr lang="en-US" dirty="0"/>
              <a:t>    Site Title NEW</a:t>
            </a:r>
          </a:p>
          <a:p>
            <a:r>
              <a:rPr lang="en-US" dirty="0"/>
              <a:t>    IP Address</a:t>
            </a:r>
          </a:p>
          <a:p>
            <a:r>
              <a:rPr lang="en-US" dirty="0"/>
              <a:t>    Web Server Detection IMPROVED</a:t>
            </a:r>
          </a:p>
          <a:p>
            <a:r>
              <a:rPr lang="en-US" dirty="0"/>
              <a:t>    CMS Detection</a:t>
            </a:r>
          </a:p>
          <a:p>
            <a:r>
              <a:rPr lang="en-US" dirty="0"/>
              <a:t>    </a:t>
            </a:r>
            <a:r>
              <a:rPr lang="en-US" dirty="0" err="1"/>
              <a:t>Cloudflare</a:t>
            </a:r>
            <a:r>
              <a:rPr lang="en-US" dirty="0"/>
              <a:t> Detection</a:t>
            </a:r>
          </a:p>
          <a:p>
            <a:r>
              <a:rPr lang="en-US" dirty="0"/>
              <a:t>    robots.txt Scanner</a:t>
            </a:r>
          </a:p>
          <a:p>
            <a:endParaRPr lang="en-US" dirty="0"/>
          </a:p>
          <a:p>
            <a:r>
              <a:rPr lang="en-US" dirty="0" err="1"/>
              <a:t>Whois</a:t>
            </a:r>
            <a:r>
              <a:rPr lang="en-US" dirty="0"/>
              <a:t> Lookup IMPROVED</a:t>
            </a:r>
          </a:p>
          <a:p>
            <a:r>
              <a:rPr lang="en-US" dirty="0"/>
              <a:t>Geo-IP Lookup</a:t>
            </a:r>
          </a:p>
          <a:p>
            <a:r>
              <a:rPr lang="en-US" dirty="0"/>
              <a:t>Grab Banners IMPROVED</a:t>
            </a:r>
          </a:p>
          <a:p>
            <a:r>
              <a:rPr lang="en-US" dirty="0"/>
              <a:t>DNS Lookup</a:t>
            </a:r>
          </a:p>
          <a:p>
            <a:r>
              <a:rPr lang="en-US" dirty="0"/>
              <a:t>Subnet Calculator</a:t>
            </a:r>
            <a:endParaRPr lang="en-US" dirty="0"/>
          </a:p>
        </p:txBody>
      </p:sp>
      <p:sp>
        <p:nvSpPr>
          <p:cNvPr id="2" name="Slide Number Placeholder 1">
            <a:extLst>
              <a:ext uri="{FF2B5EF4-FFF2-40B4-BE49-F238E27FC236}">
                <a16:creationId xmlns:a16="http://schemas.microsoft.com/office/drawing/2014/main" xmlns="" id="{638DCF8F-466A-4FC0-91DF-33EF070ED3F1}"/>
              </a:ext>
            </a:extLst>
          </p:cNvPr>
          <p:cNvSpPr>
            <a:spLocks noGrp="1"/>
          </p:cNvSpPr>
          <p:nvPr>
            <p:ph type="sldNum" sz="quarter" idx="10"/>
          </p:nvPr>
        </p:nvSpPr>
        <p:spPr/>
        <p:txBody>
          <a:bodyPr/>
          <a:lstStyle/>
          <a:p>
            <a:fld id="{D495E168-DA5E-4888-8D8A-92B118324C14}" type="slidenum">
              <a:rPr lang="ru-RU" smtClean="0"/>
              <a:pPr/>
              <a:t>4</a:t>
            </a:fld>
            <a:endParaRPr lang="ru-RU" dirty="0"/>
          </a:p>
        </p:txBody>
      </p:sp>
      <p:sp>
        <p:nvSpPr>
          <p:cNvPr id="3"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Basic Scan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Site Title </a:t>
            </a:r>
            <a:r>
              <a:rPr kumimoji="0" lang="en-US" altLang="en-US" sz="1800" b="1" i="0" u="none" strike="noStrike" cap="none" normalizeH="0" baseline="0" smtClean="0">
                <a:ln>
                  <a:noFill/>
                </a:ln>
                <a:solidFill>
                  <a:schemeClr val="tx1"/>
                </a:solidFill>
                <a:effectLst/>
                <a:latin typeface="Arial" panose="020B0604020202020204" pitchFamily="34" charset="0"/>
              </a:rPr>
              <a:t>NEW</a:t>
            </a:r>
            <a:r>
              <a:rPr kumimoji="0" lang="en-US" altLang="en-US" sz="1800" b="0" i="0" u="none" strike="noStrike" cap="none" normalizeH="0" baseline="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IP Address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Web Server Detection </a:t>
            </a:r>
            <a:r>
              <a:rPr kumimoji="0" lang="en-US" altLang="en-US" sz="1000" b="0" i="0" u="none" strike="noStrike" cap="none" normalizeH="0" baseline="0" smtClean="0">
                <a:ln>
                  <a:noFill/>
                </a:ln>
                <a:solidFill>
                  <a:schemeClr val="tx1"/>
                </a:solidFill>
                <a:effectLst/>
                <a:latin typeface="Arial Unicode MS" panose="020B0604020202020204" pitchFamily="34" charset="-128"/>
              </a:rPr>
              <a:t>IMPROVED</a:t>
            </a:r>
            <a:r>
              <a:rPr kumimoji="0" lang="en-US" altLang="en-US" sz="900" b="0" i="0" u="none" strike="noStrike" cap="none" normalizeH="0" baseline="0" smtClean="0">
                <a:ln>
                  <a:noFill/>
                </a:ln>
                <a:solidFill>
                  <a:schemeClr val="tx1"/>
                </a:solidFill>
                <a:effectLst/>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CMS Detection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Cloudflare Detection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robots.txt Scanner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Whois Lookup </a:t>
            </a:r>
            <a:r>
              <a:rPr kumimoji="0" lang="en-US" altLang="en-US" sz="1000" b="0" i="0" u="none" strike="noStrike" cap="none" normalizeH="0" baseline="0" smtClean="0">
                <a:ln>
                  <a:noFill/>
                </a:ln>
                <a:solidFill>
                  <a:schemeClr val="tx1"/>
                </a:solidFill>
                <a:effectLst/>
                <a:latin typeface="Arial Unicode MS" panose="020B0604020202020204" pitchFamily="34" charset="-128"/>
              </a:rPr>
              <a:t>IMPROVED</a:t>
            </a:r>
            <a:r>
              <a:rPr kumimoji="0" lang="en-US" altLang="en-US" sz="900" b="0" i="0" u="none" strike="noStrike" cap="none" normalizeH="0" baseline="0" smtClean="0">
                <a:ln>
                  <a:noFill/>
                </a:ln>
                <a:solidFill>
                  <a:schemeClr val="tx1"/>
                </a:solidFill>
                <a:effectLst/>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Geo-IP Lookup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Grab Banners </a:t>
            </a:r>
            <a:r>
              <a:rPr kumimoji="0" lang="en-US" altLang="en-US" sz="1000" b="0" i="0" u="none" strike="noStrike" cap="none" normalizeH="0" baseline="0" smtClean="0">
                <a:ln>
                  <a:noFill/>
                </a:ln>
                <a:solidFill>
                  <a:schemeClr val="tx1"/>
                </a:solidFill>
                <a:effectLst/>
                <a:latin typeface="Arial Unicode MS" panose="020B0604020202020204" pitchFamily="34" charset="-128"/>
              </a:rPr>
              <a:t>IMPROVED</a:t>
            </a:r>
            <a:r>
              <a:rPr kumimoji="0" lang="en-US" altLang="en-US" sz="900" b="0" i="0" u="none" strike="noStrike" cap="none" normalizeH="0" baseline="0" smtClean="0">
                <a:ln>
                  <a:noFill/>
                </a:ln>
                <a:solidFill>
                  <a:schemeClr val="tx1"/>
                </a:solidFill>
                <a:effectLst/>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DNS Lookup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Subnet Calculator </a:t>
            </a:r>
          </a:p>
        </p:txBody>
      </p:sp>
    </p:spTree>
    <p:extLst>
      <p:ext uri="{BB962C8B-B14F-4D97-AF65-F5344CB8AC3E}">
        <p14:creationId xmlns:p14="http://schemas.microsoft.com/office/powerpoint/2010/main" val="2987149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xit" presetSubtype="32" fill="hold" grpId="0" nodeType="clickEffect">
                                  <p:stCondLst>
                                    <p:cond delay="0"/>
                                  </p:stCondLst>
                                  <p:childTnLst>
                                    <p:animEffect transition="out" filter="circle(out)">
                                      <p:cBhvr>
                                        <p:cTn id="6" dur="2000"/>
                                        <p:tgtEl>
                                          <p:spTgt spid="5"/>
                                        </p:tgtEl>
                                      </p:cBhvr>
                                    </p:animEffect>
                                    <p:set>
                                      <p:cBhvr>
                                        <p:cTn id="7" dur="1" fill="hold">
                                          <p:stCondLst>
                                            <p:cond delay="19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xit" presetSubtype="0" fill="hold" nodeType="clickEffect">
                                  <p:stCondLst>
                                    <p:cond delay="0"/>
                                  </p:stCondLst>
                                  <p:childTnLst>
                                    <p:anim calcmode="lin" valueType="num">
                                      <p:cBhvr>
                                        <p:cTn id="16" dur="1000"/>
                                        <p:tgtEl>
                                          <p:spTgt spid="4">
                                            <p:txEl>
                                              <p:pRg st="0" end="0"/>
                                            </p:txEl>
                                          </p:spTgt>
                                        </p:tgtEl>
                                        <p:attrNameLst>
                                          <p:attrName>ppt_w</p:attrName>
                                        </p:attrNameLst>
                                      </p:cBhvr>
                                      <p:tavLst>
                                        <p:tav tm="0">
                                          <p:val>
                                            <p:strVal val="ppt_w"/>
                                          </p:val>
                                        </p:tav>
                                        <p:tav tm="100000">
                                          <p:val>
                                            <p:fltVal val="0"/>
                                          </p:val>
                                        </p:tav>
                                      </p:tavLst>
                                    </p:anim>
                                    <p:anim calcmode="lin" valueType="num">
                                      <p:cBhvr>
                                        <p:cTn id="17" dur="1000"/>
                                        <p:tgtEl>
                                          <p:spTgt spid="4">
                                            <p:txEl>
                                              <p:pRg st="0" end="0"/>
                                            </p:txEl>
                                          </p:spTgt>
                                        </p:tgtEl>
                                        <p:attrNameLst>
                                          <p:attrName>ppt_h</p:attrName>
                                        </p:attrNameLst>
                                      </p:cBhvr>
                                      <p:tavLst>
                                        <p:tav tm="0">
                                          <p:val>
                                            <p:strVal val="ppt_h"/>
                                          </p:val>
                                        </p:tav>
                                        <p:tav tm="100000">
                                          <p:val>
                                            <p:fltVal val="0"/>
                                          </p:val>
                                        </p:tav>
                                      </p:tavLst>
                                    </p:anim>
                                    <p:anim calcmode="lin" valueType="num">
                                      <p:cBhvr>
                                        <p:cTn id="18" dur="1000"/>
                                        <p:tgtEl>
                                          <p:spTgt spid="4">
                                            <p:txEl>
                                              <p:pRg st="0" end="0"/>
                                            </p:txEl>
                                          </p:spTgt>
                                        </p:tgtEl>
                                        <p:attrNameLst>
                                          <p:attrName>style.rotation</p:attrName>
                                        </p:attrNameLst>
                                      </p:cBhvr>
                                      <p:tavLst>
                                        <p:tav tm="0">
                                          <p:val>
                                            <p:fltVal val="0"/>
                                          </p:val>
                                        </p:tav>
                                        <p:tav tm="100000">
                                          <p:val>
                                            <p:fltVal val="90"/>
                                          </p:val>
                                        </p:tav>
                                      </p:tavLst>
                                    </p:anim>
                                    <p:animEffect transition="out" filter="fade">
                                      <p:cBhvr>
                                        <p:cTn id="19" dur="1000"/>
                                        <p:tgtEl>
                                          <p:spTgt spid="4">
                                            <p:txEl>
                                              <p:pRg st="0" end="0"/>
                                            </p:txEl>
                                          </p:spTgt>
                                        </p:tgtEl>
                                      </p:cBhvr>
                                    </p:animEffect>
                                    <p:set>
                                      <p:cBhvr>
                                        <p:cTn id="20" dur="1" fill="hold">
                                          <p:stCondLst>
                                            <p:cond delay="999"/>
                                          </p:stCondLst>
                                        </p:cTn>
                                        <p:tgtEl>
                                          <p:spTgt spid="4">
                                            <p:txEl>
                                              <p:pRg st="0" end="0"/>
                                            </p:txEl>
                                          </p:spTgt>
                                        </p:tgtEl>
                                        <p:attrNameLst>
                                          <p:attrName>style.visibility</p:attrName>
                                        </p:attrNameLst>
                                      </p:cBhvr>
                                      <p:to>
                                        <p:strVal val="hidden"/>
                                      </p:to>
                                    </p:set>
                                  </p:childTnLst>
                                </p:cTn>
                              </p:par>
                              <p:par>
                                <p:cTn id="21" presetID="31" presetClass="exit" presetSubtype="0" fill="hold" nodeType="withEffect">
                                  <p:stCondLst>
                                    <p:cond delay="0"/>
                                  </p:stCondLst>
                                  <p:childTnLst>
                                    <p:anim calcmode="lin" valueType="num">
                                      <p:cBhvr>
                                        <p:cTn id="22" dur="1000"/>
                                        <p:tgtEl>
                                          <p:spTgt spid="4">
                                            <p:txEl>
                                              <p:pRg st="2" end="2"/>
                                            </p:txEl>
                                          </p:spTgt>
                                        </p:tgtEl>
                                        <p:attrNameLst>
                                          <p:attrName>ppt_w</p:attrName>
                                        </p:attrNameLst>
                                      </p:cBhvr>
                                      <p:tavLst>
                                        <p:tav tm="0">
                                          <p:val>
                                            <p:strVal val="ppt_w"/>
                                          </p:val>
                                        </p:tav>
                                        <p:tav tm="100000">
                                          <p:val>
                                            <p:fltVal val="0"/>
                                          </p:val>
                                        </p:tav>
                                      </p:tavLst>
                                    </p:anim>
                                    <p:anim calcmode="lin" valueType="num">
                                      <p:cBhvr>
                                        <p:cTn id="23" dur="1000"/>
                                        <p:tgtEl>
                                          <p:spTgt spid="4">
                                            <p:txEl>
                                              <p:pRg st="2" end="2"/>
                                            </p:txEl>
                                          </p:spTgt>
                                        </p:tgtEl>
                                        <p:attrNameLst>
                                          <p:attrName>ppt_h</p:attrName>
                                        </p:attrNameLst>
                                      </p:cBhvr>
                                      <p:tavLst>
                                        <p:tav tm="0">
                                          <p:val>
                                            <p:strVal val="ppt_h"/>
                                          </p:val>
                                        </p:tav>
                                        <p:tav tm="100000">
                                          <p:val>
                                            <p:fltVal val="0"/>
                                          </p:val>
                                        </p:tav>
                                      </p:tavLst>
                                    </p:anim>
                                    <p:anim calcmode="lin" valueType="num">
                                      <p:cBhvr>
                                        <p:cTn id="24" dur="1000"/>
                                        <p:tgtEl>
                                          <p:spTgt spid="4">
                                            <p:txEl>
                                              <p:pRg st="2" end="2"/>
                                            </p:txEl>
                                          </p:spTgt>
                                        </p:tgtEl>
                                        <p:attrNameLst>
                                          <p:attrName>style.rotation</p:attrName>
                                        </p:attrNameLst>
                                      </p:cBhvr>
                                      <p:tavLst>
                                        <p:tav tm="0">
                                          <p:val>
                                            <p:fltVal val="0"/>
                                          </p:val>
                                        </p:tav>
                                        <p:tav tm="100000">
                                          <p:val>
                                            <p:fltVal val="90"/>
                                          </p:val>
                                        </p:tav>
                                      </p:tavLst>
                                    </p:anim>
                                    <p:animEffect transition="out" filter="fade">
                                      <p:cBhvr>
                                        <p:cTn id="25" dur="1000"/>
                                        <p:tgtEl>
                                          <p:spTgt spid="4">
                                            <p:txEl>
                                              <p:pRg st="2" end="2"/>
                                            </p:txEl>
                                          </p:spTgt>
                                        </p:tgtEl>
                                      </p:cBhvr>
                                    </p:animEffect>
                                    <p:set>
                                      <p:cBhvr>
                                        <p:cTn id="26" dur="1" fill="hold">
                                          <p:stCondLst>
                                            <p:cond delay="999"/>
                                          </p:stCondLst>
                                        </p:cTn>
                                        <p:tgtEl>
                                          <p:spTgt spid="4">
                                            <p:txEl>
                                              <p:pRg st="2" end="2"/>
                                            </p:txEl>
                                          </p:spTgt>
                                        </p:tgtEl>
                                        <p:attrNameLst>
                                          <p:attrName>style.visibility</p:attrName>
                                        </p:attrNameLst>
                                      </p:cBhvr>
                                      <p:to>
                                        <p:strVal val="hidden"/>
                                      </p:to>
                                    </p:set>
                                  </p:childTnLst>
                                </p:cTn>
                              </p:par>
                              <p:par>
                                <p:cTn id="27" presetID="31" presetClass="exit" presetSubtype="0" fill="hold" nodeType="withEffect">
                                  <p:stCondLst>
                                    <p:cond delay="0"/>
                                  </p:stCondLst>
                                  <p:childTnLst>
                                    <p:anim calcmode="lin" valueType="num">
                                      <p:cBhvr>
                                        <p:cTn id="28" dur="1000"/>
                                        <p:tgtEl>
                                          <p:spTgt spid="4">
                                            <p:txEl>
                                              <p:pRg st="3" end="3"/>
                                            </p:txEl>
                                          </p:spTgt>
                                        </p:tgtEl>
                                        <p:attrNameLst>
                                          <p:attrName>ppt_w</p:attrName>
                                        </p:attrNameLst>
                                      </p:cBhvr>
                                      <p:tavLst>
                                        <p:tav tm="0">
                                          <p:val>
                                            <p:strVal val="ppt_w"/>
                                          </p:val>
                                        </p:tav>
                                        <p:tav tm="100000">
                                          <p:val>
                                            <p:fltVal val="0"/>
                                          </p:val>
                                        </p:tav>
                                      </p:tavLst>
                                    </p:anim>
                                    <p:anim calcmode="lin" valueType="num">
                                      <p:cBhvr>
                                        <p:cTn id="29" dur="1000"/>
                                        <p:tgtEl>
                                          <p:spTgt spid="4">
                                            <p:txEl>
                                              <p:pRg st="3" end="3"/>
                                            </p:txEl>
                                          </p:spTgt>
                                        </p:tgtEl>
                                        <p:attrNameLst>
                                          <p:attrName>ppt_h</p:attrName>
                                        </p:attrNameLst>
                                      </p:cBhvr>
                                      <p:tavLst>
                                        <p:tav tm="0">
                                          <p:val>
                                            <p:strVal val="ppt_h"/>
                                          </p:val>
                                        </p:tav>
                                        <p:tav tm="100000">
                                          <p:val>
                                            <p:fltVal val="0"/>
                                          </p:val>
                                        </p:tav>
                                      </p:tavLst>
                                    </p:anim>
                                    <p:anim calcmode="lin" valueType="num">
                                      <p:cBhvr>
                                        <p:cTn id="30" dur="1000"/>
                                        <p:tgtEl>
                                          <p:spTgt spid="4">
                                            <p:txEl>
                                              <p:pRg st="3" end="3"/>
                                            </p:txEl>
                                          </p:spTgt>
                                        </p:tgtEl>
                                        <p:attrNameLst>
                                          <p:attrName>style.rotation</p:attrName>
                                        </p:attrNameLst>
                                      </p:cBhvr>
                                      <p:tavLst>
                                        <p:tav tm="0">
                                          <p:val>
                                            <p:fltVal val="0"/>
                                          </p:val>
                                        </p:tav>
                                        <p:tav tm="100000">
                                          <p:val>
                                            <p:fltVal val="90"/>
                                          </p:val>
                                        </p:tav>
                                      </p:tavLst>
                                    </p:anim>
                                    <p:animEffect transition="out" filter="fade">
                                      <p:cBhvr>
                                        <p:cTn id="31" dur="1000"/>
                                        <p:tgtEl>
                                          <p:spTgt spid="4">
                                            <p:txEl>
                                              <p:pRg st="3" end="3"/>
                                            </p:txEl>
                                          </p:spTgt>
                                        </p:tgtEl>
                                      </p:cBhvr>
                                    </p:animEffect>
                                    <p:set>
                                      <p:cBhvr>
                                        <p:cTn id="32" dur="1" fill="hold">
                                          <p:stCondLst>
                                            <p:cond delay="999"/>
                                          </p:stCondLst>
                                        </p:cTn>
                                        <p:tgtEl>
                                          <p:spTgt spid="4">
                                            <p:txEl>
                                              <p:pRg st="3" end="3"/>
                                            </p:txEl>
                                          </p:spTgt>
                                        </p:tgtEl>
                                        <p:attrNameLst>
                                          <p:attrName>style.visibility</p:attrName>
                                        </p:attrNameLst>
                                      </p:cBhvr>
                                      <p:to>
                                        <p:strVal val="hidden"/>
                                      </p:to>
                                    </p:set>
                                  </p:childTnLst>
                                </p:cTn>
                              </p:par>
                              <p:par>
                                <p:cTn id="33" presetID="31" presetClass="exit" presetSubtype="0" fill="hold" nodeType="withEffect">
                                  <p:stCondLst>
                                    <p:cond delay="0"/>
                                  </p:stCondLst>
                                  <p:childTnLst>
                                    <p:anim calcmode="lin" valueType="num">
                                      <p:cBhvr>
                                        <p:cTn id="34" dur="1000"/>
                                        <p:tgtEl>
                                          <p:spTgt spid="4">
                                            <p:txEl>
                                              <p:pRg st="4" end="4"/>
                                            </p:txEl>
                                          </p:spTgt>
                                        </p:tgtEl>
                                        <p:attrNameLst>
                                          <p:attrName>ppt_w</p:attrName>
                                        </p:attrNameLst>
                                      </p:cBhvr>
                                      <p:tavLst>
                                        <p:tav tm="0">
                                          <p:val>
                                            <p:strVal val="ppt_w"/>
                                          </p:val>
                                        </p:tav>
                                        <p:tav tm="100000">
                                          <p:val>
                                            <p:fltVal val="0"/>
                                          </p:val>
                                        </p:tav>
                                      </p:tavLst>
                                    </p:anim>
                                    <p:anim calcmode="lin" valueType="num">
                                      <p:cBhvr>
                                        <p:cTn id="35" dur="1000"/>
                                        <p:tgtEl>
                                          <p:spTgt spid="4">
                                            <p:txEl>
                                              <p:pRg st="4" end="4"/>
                                            </p:txEl>
                                          </p:spTgt>
                                        </p:tgtEl>
                                        <p:attrNameLst>
                                          <p:attrName>ppt_h</p:attrName>
                                        </p:attrNameLst>
                                      </p:cBhvr>
                                      <p:tavLst>
                                        <p:tav tm="0">
                                          <p:val>
                                            <p:strVal val="ppt_h"/>
                                          </p:val>
                                        </p:tav>
                                        <p:tav tm="100000">
                                          <p:val>
                                            <p:fltVal val="0"/>
                                          </p:val>
                                        </p:tav>
                                      </p:tavLst>
                                    </p:anim>
                                    <p:anim calcmode="lin" valueType="num">
                                      <p:cBhvr>
                                        <p:cTn id="36" dur="1000"/>
                                        <p:tgtEl>
                                          <p:spTgt spid="4">
                                            <p:txEl>
                                              <p:pRg st="4" end="4"/>
                                            </p:txEl>
                                          </p:spTgt>
                                        </p:tgtEl>
                                        <p:attrNameLst>
                                          <p:attrName>style.rotation</p:attrName>
                                        </p:attrNameLst>
                                      </p:cBhvr>
                                      <p:tavLst>
                                        <p:tav tm="0">
                                          <p:val>
                                            <p:fltVal val="0"/>
                                          </p:val>
                                        </p:tav>
                                        <p:tav tm="100000">
                                          <p:val>
                                            <p:fltVal val="90"/>
                                          </p:val>
                                        </p:tav>
                                      </p:tavLst>
                                    </p:anim>
                                    <p:animEffect transition="out" filter="fade">
                                      <p:cBhvr>
                                        <p:cTn id="37" dur="1000"/>
                                        <p:tgtEl>
                                          <p:spTgt spid="4">
                                            <p:txEl>
                                              <p:pRg st="4" end="4"/>
                                            </p:txEl>
                                          </p:spTgt>
                                        </p:tgtEl>
                                      </p:cBhvr>
                                    </p:animEffect>
                                    <p:set>
                                      <p:cBhvr>
                                        <p:cTn id="38" dur="1" fill="hold">
                                          <p:stCondLst>
                                            <p:cond delay="999"/>
                                          </p:stCondLst>
                                        </p:cTn>
                                        <p:tgtEl>
                                          <p:spTgt spid="4">
                                            <p:txEl>
                                              <p:pRg st="4" end="4"/>
                                            </p:txEl>
                                          </p:spTgt>
                                        </p:tgtEl>
                                        <p:attrNameLst>
                                          <p:attrName>style.visibility</p:attrName>
                                        </p:attrNameLst>
                                      </p:cBhvr>
                                      <p:to>
                                        <p:strVal val="hidden"/>
                                      </p:to>
                                    </p:set>
                                  </p:childTnLst>
                                </p:cTn>
                              </p:par>
                              <p:par>
                                <p:cTn id="39" presetID="31" presetClass="exit" presetSubtype="0" fill="hold" nodeType="withEffect">
                                  <p:stCondLst>
                                    <p:cond delay="0"/>
                                  </p:stCondLst>
                                  <p:childTnLst>
                                    <p:anim calcmode="lin" valueType="num">
                                      <p:cBhvr>
                                        <p:cTn id="40" dur="1000"/>
                                        <p:tgtEl>
                                          <p:spTgt spid="4">
                                            <p:txEl>
                                              <p:pRg st="5" end="5"/>
                                            </p:txEl>
                                          </p:spTgt>
                                        </p:tgtEl>
                                        <p:attrNameLst>
                                          <p:attrName>ppt_w</p:attrName>
                                        </p:attrNameLst>
                                      </p:cBhvr>
                                      <p:tavLst>
                                        <p:tav tm="0">
                                          <p:val>
                                            <p:strVal val="ppt_w"/>
                                          </p:val>
                                        </p:tav>
                                        <p:tav tm="100000">
                                          <p:val>
                                            <p:fltVal val="0"/>
                                          </p:val>
                                        </p:tav>
                                      </p:tavLst>
                                    </p:anim>
                                    <p:anim calcmode="lin" valueType="num">
                                      <p:cBhvr>
                                        <p:cTn id="41" dur="1000"/>
                                        <p:tgtEl>
                                          <p:spTgt spid="4">
                                            <p:txEl>
                                              <p:pRg st="5" end="5"/>
                                            </p:txEl>
                                          </p:spTgt>
                                        </p:tgtEl>
                                        <p:attrNameLst>
                                          <p:attrName>ppt_h</p:attrName>
                                        </p:attrNameLst>
                                      </p:cBhvr>
                                      <p:tavLst>
                                        <p:tav tm="0">
                                          <p:val>
                                            <p:strVal val="ppt_h"/>
                                          </p:val>
                                        </p:tav>
                                        <p:tav tm="100000">
                                          <p:val>
                                            <p:fltVal val="0"/>
                                          </p:val>
                                        </p:tav>
                                      </p:tavLst>
                                    </p:anim>
                                    <p:anim calcmode="lin" valueType="num">
                                      <p:cBhvr>
                                        <p:cTn id="42" dur="1000"/>
                                        <p:tgtEl>
                                          <p:spTgt spid="4">
                                            <p:txEl>
                                              <p:pRg st="5" end="5"/>
                                            </p:txEl>
                                          </p:spTgt>
                                        </p:tgtEl>
                                        <p:attrNameLst>
                                          <p:attrName>style.rotation</p:attrName>
                                        </p:attrNameLst>
                                      </p:cBhvr>
                                      <p:tavLst>
                                        <p:tav tm="0">
                                          <p:val>
                                            <p:fltVal val="0"/>
                                          </p:val>
                                        </p:tav>
                                        <p:tav tm="100000">
                                          <p:val>
                                            <p:fltVal val="90"/>
                                          </p:val>
                                        </p:tav>
                                      </p:tavLst>
                                    </p:anim>
                                    <p:animEffect transition="out" filter="fade">
                                      <p:cBhvr>
                                        <p:cTn id="43" dur="1000"/>
                                        <p:tgtEl>
                                          <p:spTgt spid="4">
                                            <p:txEl>
                                              <p:pRg st="5" end="5"/>
                                            </p:txEl>
                                          </p:spTgt>
                                        </p:tgtEl>
                                      </p:cBhvr>
                                    </p:animEffect>
                                    <p:set>
                                      <p:cBhvr>
                                        <p:cTn id="44" dur="1" fill="hold">
                                          <p:stCondLst>
                                            <p:cond delay="999"/>
                                          </p:stCondLst>
                                        </p:cTn>
                                        <p:tgtEl>
                                          <p:spTgt spid="4">
                                            <p:txEl>
                                              <p:pRg st="5" end="5"/>
                                            </p:txEl>
                                          </p:spTgt>
                                        </p:tgtEl>
                                        <p:attrNameLst>
                                          <p:attrName>style.visibility</p:attrName>
                                        </p:attrNameLst>
                                      </p:cBhvr>
                                      <p:to>
                                        <p:strVal val="hidden"/>
                                      </p:to>
                                    </p:set>
                                  </p:childTnLst>
                                </p:cTn>
                              </p:par>
                              <p:par>
                                <p:cTn id="45" presetID="31" presetClass="exit" presetSubtype="0" fill="hold" nodeType="withEffect">
                                  <p:stCondLst>
                                    <p:cond delay="0"/>
                                  </p:stCondLst>
                                  <p:childTnLst>
                                    <p:anim calcmode="lin" valueType="num">
                                      <p:cBhvr>
                                        <p:cTn id="46" dur="1000"/>
                                        <p:tgtEl>
                                          <p:spTgt spid="4">
                                            <p:txEl>
                                              <p:pRg st="6" end="6"/>
                                            </p:txEl>
                                          </p:spTgt>
                                        </p:tgtEl>
                                        <p:attrNameLst>
                                          <p:attrName>ppt_w</p:attrName>
                                        </p:attrNameLst>
                                      </p:cBhvr>
                                      <p:tavLst>
                                        <p:tav tm="0">
                                          <p:val>
                                            <p:strVal val="ppt_w"/>
                                          </p:val>
                                        </p:tav>
                                        <p:tav tm="100000">
                                          <p:val>
                                            <p:fltVal val="0"/>
                                          </p:val>
                                        </p:tav>
                                      </p:tavLst>
                                    </p:anim>
                                    <p:anim calcmode="lin" valueType="num">
                                      <p:cBhvr>
                                        <p:cTn id="47" dur="1000"/>
                                        <p:tgtEl>
                                          <p:spTgt spid="4">
                                            <p:txEl>
                                              <p:pRg st="6" end="6"/>
                                            </p:txEl>
                                          </p:spTgt>
                                        </p:tgtEl>
                                        <p:attrNameLst>
                                          <p:attrName>ppt_h</p:attrName>
                                        </p:attrNameLst>
                                      </p:cBhvr>
                                      <p:tavLst>
                                        <p:tav tm="0">
                                          <p:val>
                                            <p:strVal val="ppt_h"/>
                                          </p:val>
                                        </p:tav>
                                        <p:tav tm="100000">
                                          <p:val>
                                            <p:fltVal val="0"/>
                                          </p:val>
                                        </p:tav>
                                      </p:tavLst>
                                    </p:anim>
                                    <p:anim calcmode="lin" valueType="num">
                                      <p:cBhvr>
                                        <p:cTn id="48" dur="1000"/>
                                        <p:tgtEl>
                                          <p:spTgt spid="4">
                                            <p:txEl>
                                              <p:pRg st="6" end="6"/>
                                            </p:txEl>
                                          </p:spTgt>
                                        </p:tgtEl>
                                        <p:attrNameLst>
                                          <p:attrName>style.rotation</p:attrName>
                                        </p:attrNameLst>
                                      </p:cBhvr>
                                      <p:tavLst>
                                        <p:tav tm="0">
                                          <p:val>
                                            <p:fltVal val="0"/>
                                          </p:val>
                                        </p:tav>
                                        <p:tav tm="100000">
                                          <p:val>
                                            <p:fltVal val="90"/>
                                          </p:val>
                                        </p:tav>
                                      </p:tavLst>
                                    </p:anim>
                                    <p:animEffect transition="out" filter="fade">
                                      <p:cBhvr>
                                        <p:cTn id="49" dur="1000"/>
                                        <p:tgtEl>
                                          <p:spTgt spid="4">
                                            <p:txEl>
                                              <p:pRg st="6" end="6"/>
                                            </p:txEl>
                                          </p:spTgt>
                                        </p:tgtEl>
                                      </p:cBhvr>
                                    </p:animEffect>
                                    <p:set>
                                      <p:cBhvr>
                                        <p:cTn id="50" dur="1" fill="hold">
                                          <p:stCondLst>
                                            <p:cond delay="999"/>
                                          </p:stCondLst>
                                        </p:cTn>
                                        <p:tgtEl>
                                          <p:spTgt spid="4">
                                            <p:txEl>
                                              <p:pRg st="6" end="6"/>
                                            </p:txEl>
                                          </p:spTgt>
                                        </p:tgtEl>
                                        <p:attrNameLst>
                                          <p:attrName>style.visibility</p:attrName>
                                        </p:attrNameLst>
                                      </p:cBhvr>
                                      <p:to>
                                        <p:strVal val="hidden"/>
                                      </p:to>
                                    </p:set>
                                  </p:childTnLst>
                                </p:cTn>
                              </p:par>
                              <p:par>
                                <p:cTn id="51" presetID="31" presetClass="exit" presetSubtype="0" fill="hold" nodeType="withEffect">
                                  <p:stCondLst>
                                    <p:cond delay="0"/>
                                  </p:stCondLst>
                                  <p:childTnLst>
                                    <p:anim calcmode="lin" valueType="num">
                                      <p:cBhvr>
                                        <p:cTn id="52" dur="1000"/>
                                        <p:tgtEl>
                                          <p:spTgt spid="4">
                                            <p:txEl>
                                              <p:pRg st="7" end="7"/>
                                            </p:txEl>
                                          </p:spTgt>
                                        </p:tgtEl>
                                        <p:attrNameLst>
                                          <p:attrName>ppt_w</p:attrName>
                                        </p:attrNameLst>
                                      </p:cBhvr>
                                      <p:tavLst>
                                        <p:tav tm="0">
                                          <p:val>
                                            <p:strVal val="ppt_w"/>
                                          </p:val>
                                        </p:tav>
                                        <p:tav tm="100000">
                                          <p:val>
                                            <p:fltVal val="0"/>
                                          </p:val>
                                        </p:tav>
                                      </p:tavLst>
                                    </p:anim>
                                    <p:anim calcmode="lin" valueType="num">
                                      <p:cBhvr>
                                        <p:cTn id="53" dur="1000"/>
                                        <p:tgtEl>
                                          <p:spTgt spid="4">
                                            <p:txEl>
                                              <p:pRg st="7" end="7"/>
                                            </p:txEl>
                                          </p:spTgt>
                                        </p:tgtEl>
                                        <p:attrNameLst>
                                          <p:attrName>ppt_h</p:attrName>
                                        </p:attrNameLst>
                                      </p:cBhvr>
                                      <p:tavLst>
                                        <p:tav tm="0">
                                          <p:val>
                                            <p:strVal val="ppt_h"/>
                                          </p:val>
                                        </p:tav>
                                        <p:tav tm="100000">
                                          <p:val>
                                            <p:fltVal val="0"/>
                                          </p:val>
                                        </p:tav>
                                      </p:tavLst>
                                    </p:anim>
                                    <p:anim calcmode="lin" valueType="num">
                                      <p:cBhvr>
                                        <p:cTn id="54" dur="1000"/>
                                        <p:tgtEl>
                                          <p:spTgt spid="4">
                                            <p:txEl>
                                              <p:pRg st="7" end="7"/>
                                            </p:txEl>
                                          </p:spTgt>
                                        </p:tgtEl>
                                        <p:attrNameLst>
                                          <p:attrName>style.rotation</p:attrName>
                                        </p:attrNameLst>
                                      </p:cBhvr>
                                      <p:tavLst>
                                        <p:tav tm="0">
                                          <p:val>
                                            <p:fltVal val="0"/>
                                          </p:val>
                                        </p:tav>
                                        <p:tav tm="100000">
                                          <p:val>
                                            <p:fltVal val="90"/>
                                          </p:val>
                                        </p:tav>
                                      </p:tavLst>
                                    </p:anim>
                                    <p:animEffect transition="out" filter="fade">
                                      <p:cBhvr>
                                        <p:cTn id="55" dur="1000"/>
                                        <p:tgtEl>
                                          <p:spTgt spid="4">
                                            <p:txEl>
                                              <p:pRg st="7" end="7"/>
                                            </p:txEl>
                                          </p:spTgt>
                                        </p:tgtEl>
                                      </p:cBhvr>
                                    </p:animEffect>
                                    <p:set>
                                      <p:cBhvr>
                                        <p:cTn id="56" dur="1" fill="hold">
                                          <p:stCondLst>
                                            <p:cond delay="999"/>
                                          </p:stCondLst>
                                        </p:cTn>
                                        <p:tgtEl>
                                          <p:spTgt spid="4">
                                            <p:txEl>
                                              <p:pRg st="7" end="7"/>
                                            </p:txEl>
                                          </p:spTgt>
                                        </p:tgtEl>
                                        <p:attrNameLst>
                                          <p:attrName>style.visibility</p:attrName>
                                        </p:attrNameLst>
                                      </p:cBhvr>
                                      <p:to>
                                        <p:strVal val="hidden"/>
                                      </p:to>
                                    </p:set>
                                  </p:childTnLst>
                                </p:cTn>
                              </p:par>
                              <p:par>
                                <p:cTn id="57" presetID="31" presetClass="exit" presetSubtype="0" fill="hold" nodeType="withEffect">
                                  <p:stCondLst>
                                    <p:cond delay="0"/>
                                  </p:stCondLst>
                                  <p:childTnLst>
                                    <p:anim calcmode="lin" valueType="num">
                                      <p:cBhvr>
                                        <p:cTn id="58" dur="1000"/>
                                        <p:tgtEl>
                                          <p:spTgt spid="4">
                                            <p:txEl>
                                              <p:pRg st="9" end="9"/>
                                            </p:txEl>
                                          </p:spTgt>
                                        </p:tgtEl>
                                        <p:attrNameLst>
                                          <p:attrName>ppt_w</p:attrName>
                                        </p:attrNameLst>
                                      </p:cBhvr>
                                      <p:tavLst>
                                        <p:tav tm="0">
                                          <p:val>
                                            <p:strVal val="ppt_w"/>
                                          </p:val>
                                        </p:tav>
                                        <p:tav tm="100000">
                                          <p:val>
                                            <p:fltVal val="0"/>
                                          </p:val>
                                        </p:tav>
                                      </p:tavLst>
                                    </p:anim>
                                    <p:anim calcmode="lin" valueType="num">
                                      <p:cBhvr>
                                        <p:cTn id="59" dur="1000"/>
                                        <p:tgtEl>
                                          <p:spTgt spid="4">
                                            <p:txEl>
                                              <p:pRg st="9" end="9"/>
                                            </p:txEl>
                                          </p:spTgt>
                                        </p:tgtEl>
                                        <p:attrNameLst>
                                          <p:attrName>ppt_h</p:attrName>
                                        </p:attrNameLst>
                                      </p:cBhvr>
                                      <p:tavLst>
                                        <p:tav tm="0">
                                          <p:val>
                                            <p:strVal val="ppt_h"/>
                                          </p:val>
                                        </p:tav>
                                        <p:tav tm="100000">
                                          <p:val>
                                            <p:fltVal val="0"/>
                                          </p:val>
                                        </p:tav>
                                      </p:tavLst>
                                    </p:anim>
                                    <p:anim calcmode="lin" valueType="num">
                                      <p:cBhvr>
                                        <p:cTn id="60" dur="1000"/>
                                        <p:tgtEl>
                                          <p:spTgt spid="4">
                                            <p:txEl>
                                              <p:pRg st="9" end="9"/>
                                            </p:txEl>
                                          </p:spTgt>
                                        </p:tgtEl>
                                        <p:attrNameLst>
                                          <p:attrName>style.rotation</p:attrName>
                                        </p:attrNameLst>
                                      </p:cBhvr>
                                      <p:tavLst>
                                        <p:tav tm="0">
                                          <p:val>
                                            <p:fltVal val="0"/>
                                          </p:val>
                                        </p:tav>
                                        <p:tav tm="100000">
                                          <p:val>
                                            <p:fltVal val="90"/>
                                          </p:val>
                                        </p:tav>
                                      </p:tavLst>
                                    </p:anim>
                                    <p:animEffect transition="out" filter="fade">
                                      <p:cBhvr>
                                        <p:cTn id="61" dur="1000"/>
                                        <p:tgtEl>
                                          <p:spTgt spid="4">
                                            <p:txEl>
                                              <p:pRg st="9" end="9"/>
                                            </p:txEl>
                                          </p:spTgt>
                                        </p:tgtEl>
                                      </p:cBhvr>
                                    </p:animEffect>
                                    <p:set>
                                      <p:cBhvr>
                                        <p:cTn id="62" dur="1" fill="hold">
                                          <p:stCondLst>
                                            <p:cond delay="999"/>
                                          </p:stCondLst>
                                        </p:cTn>
                                        <p:tgtEl>
                                          <p:spTgt spid="4">
                                            <p:txEl>
                                              <p:pRg st="9" end="9"/>
                                            </p:txEl>
                                          </p:spTgt>
                                        </p:tgtEl>
                                        <p:attrNameLst>
                                          <p:attrName>style.visibility</p:attrName>
                                        </p:attrNameLst>
                                      </p:cBhvr>
                                      <p:to>
                                        <p:strVal val="hidden"/>
                                      </p:to>
                                    </p:set>
                                  </p:childTnLst>
                                </p:cTn>
                              </p:par>
                              <p:par>
                                <p:cTn id="63" presetID="31" presetClass="exit" presetSubtype="0" fill="hold" nodeType="withEffect">
                                  <p:stCondLst>
                                    <p:cond delay="0"/>
                                  </p:stCondLst>
                                  <p:childTnLst>
                                    <p:anim calcmode="lin" valueType="num">
                                      <p:cBhvr>
                                        <p:cTn id="64" dur="1000"/>
                                        <p:tgtEl>
                                          <p:spTgt spid="4">
                                            <p:txEl>
                                              <p:pRg st="10" end="10"/>
                                            </p:txEl>
                                          </p:spTgt>
                                        </p:tgtEl>
                                        <p:attrNameLst>
                                          <p:attrName>ppt_w</p:attrName>
                                        </p:attrNameLst>
                                      </p:cBhvr>
                                      <p:tavLst>
                                        <p:tav tm="0">
                                          <p:val>
                                            <p:strVal val="ppt_w"/>
                                          </p:val>
                                        </p:tav>
                                        <p:tav tm="100000">
                                          <p:val>
                                            <p:fltVal val="0"/>
                                          </p:val>
                                        </p:tav>
                                      </p:tavLst>
                                    </p:anim>
                                    <p:anim calcmode="lin" valueType="num">
                                      <p:cBhvr>
                                        <p:cTn id="65" dur="1000"/>
                                        <p:tgtEl>
                                          <p:spTgt spid="4">
                                            <p:txEl>
                                              <p:pRg st="10" end="10"/>
                                            </p:txEl>
                                          </p:spTgt>
                                        </p:tgtEl>
                                        <p:attrNameLst>
                                          <p:attrName>ppt_h</p:attrName>
                                        </p:attrNameLst>
                                      </p:cBhvr>
                                      <p:tavLst>
                                        <p:tav tm="0">
                                          <p:val>
                                            <p:strVal val="ppt_h"/>
                                          </p:val>
                                        </p:tav>
                                        <p:tav tm="100000">
                                          <p:val>
                                            <p:fltVal val="0"/>
                                          </p:val>
                                        </p:tav>
                                      </p:tavLst>
                                    </p:anim>
                                    <p:anim calcmode="lin" valueType="num">
                                      <p:cBhvr>
                                        <p:cTn id="66" dur="1000"/>
                                        <p:tgtEl>
                                          <p:spTgt spid="4">
                                            <p:txEl>
                                              <p:pRg st="10" end="10"/>
                                            </p:txEl>
                                          </p:spTgt>
                                        </p:tgtEl>
                                        <p:attrNameLst>
                                          <p:attrName>style.rotation</p:attrName>
                                        </p:attrNameLst>
                                      </p:cBhvr>
                                      <p:tavLst>
                                        <p:tav tm="0">
                                          <p:val>
                                            <p:fltVal val="0"/>
                                          </p:val>
                                        </p:tav>
                                        <p:tav tm="100000">
                                          <p:val>
                                            <p:fltVal val="90"/>
                                          </p:val>
                                        </p:tav>
                                      </p:tavLst>
                                    </p:anim>
                                    <p:animEffect transition="out" filter="fade">
                                      <p:cBhvr>
                                        <p:cTn id="67" dur="1000"/>
                                        <p:tgtEl>
                                          <p:spTgt spid="4">
                                            <p:txEl>
                                              <p:pRg st="10" end="10"/>
                                            </p:txEl>
                                          </p:spTgt>
                                        </p:tgtEl>
                                      </p:cBhvr>
                                    </p:animEffect>
                                    <p:set>
                                      <p:cBhvr>
                                        <p:cTn id="68" dur="1" fill="hold">
                                          <p:stCondLst>
                                            <p:cond delay="999"/>
                                          </p:stCondLst>
                                        </p:cTn>
                                        <p:tgtEl>
                                          <p:spTgt spid="4">
                                            <p:txEl>
                                              <p:pRg st="10" end="10"/>
                                            </p:txEl>
                                          </p:spTgt>
                                        </p:tgtEl>
                                        <p:attrNameLst>
                                          <p:attrName>style.visibility</p:attrName>
                                        </p:attrNameLst>
                                      </p:cBhvr>
                                      <p:to>
                                        <p:strVal val="hidden"/>
                                      </p:to>
                                    </p:set>
                                  </p:childTnLst>
                                </p:cTn>
                              </p:par>
                              <p:par>
                                <p:cTn id="69" presetID="31" presetClass="exit" presetSubtype="0" fill="hold" nodeType="withEffect">
                                  <p:stCondLst>
                                    <p:cond delay="0"/>
                                  </p:stCondLst>
                                  <p:childTnLst>
                                    <p:anim calcmode="lin" valueType="num">
                                      <p:cBhvr>
                                        <p:cTn id="70" dur="1000"/>
                                        <p:tgtEl>
                                          <p:spTgt spid="4">
                                            <p:txEl>
                                              <p:pRg st="11" end="11"/>
                                            </p:txEl>
                                          </p:spTgt>
                                        </p:tgtEl>
                                        <p:attrNameLst>
                                          <p:attrName>ppt_w</p:attrName>
                                        </p:attrNameLst>
                                      </p:cBhvr>
                                      <p:tavLst>
                                        <p:tav tm="0">
                                          <p:val>
                                            <p:strVal val="ppt_w"/>
                                          </p:val>
                                        </p:tav>
                                        <p:tav tm="100000">
                                          <p:val>
                                            <p:fltVal val="0"/>
                                          </p:val>
                                        </p:tav>
                                      </p:tavLst>
                                    </p:anim>
                                    <p:anim calcmode="lin" valueType="num">
                                      <p:cBhvr>
                                        <p:cTn id="71" dur="1000"/>
                                        <p:tgtEl>
                                          <p:spTgt spid="4">
                                            <p:txEl>
                                              <p:pRg st="11" end="11"/>
                                            </p:txEl>
                                          </p:spTgt>
                                        </p:tgtEl>
                                        <p:attrNameLst>
                                          <p:attrName>ppt_h</p:attrName>
                                        </p:attrNameLst>
                                      </p:cBhvr>
                                      <p:tavLst>
                                        <p:tav tm="0">
                                          <p:val>
                                            <p:strVal val="ppt_h"/>
                                          </p:val>
                                        </p:tav>
                                        <p:tav tm="100000">
                                          <p:val>
                                            <p:fltVal val="0"/>
                                          </p:val>
                                        </p:tav>
                                      </p:tavLst>
                                    </p:anim>
                                    <p:anim calcmode="lin" valueType="num">
                                      <p:cBhvr>
                                        <p:cTn id="72" dur="1000"/>
                                        <p:tgtEl>
                                          <p:spTgt spid="4">
                                            <p:txEl>
                                              <p:pRg st="11" end="11"/>
                                            </p:txEl>
                                          </p:spTgt>
                                        </p:tgtEl>
                                        <p:attrNameLst>
                                          <p:attrName>style.rotation</p:attrName>
                                        </p:attrNameLst>
                                      </p:cBhvr>
                                      <p:tavLst>
                                        <p:tav tm="0">
                                          <p:val>
                                            <p:fltVal val="0"/>
                                          </p:val>
                                        </p:tav>
                                        <p:tav tm="100000">
                                          <p:val>
                                            <p:fltVal val="90"/>
                                          </p:val>
                                        </p:tav>
                                      </p:tavLst>
                                    </p:anim>
                                    <p:animEffect transition="out" filter="fade">
                                      <p:cBhvr>
                                        <p:cTn id="73" dur="1000"/>
                                        <p:tgtEl>
                                          <p:spTgt spid="4">
                                            <p:txEl>
                                              <p:pRg st="11" end="11"/>
                                            </p:txEl>
                                          </p:spTgt>
                                        </p:tgtEl>
                                      </p:cBhvr>
                                    </p:animEffect>
                                    <p:set>
                                      <p:cBhvr>
                                        <p:cTn id="74" dur="1" fill="hold">
                                          <p:stCondLst>
                                            <p:cond delay="999"/>
                                          </p:stCondLst>
                                        </p:cTn>
                                        <p:tgtEl>
                                          <p:spTgt spid="4">
                                            <p:txEl>
                                              <p:pRg st="11" end="11"/>
                                            </p:txEl>
                                          </p:spTgt>
                                        </p:tgtEl>
                                        <p:attrNameLst>
                                          <p:attrName>style.visibility</p:attrName>
                                        </p:attrNameLst>
                                      </p:cBhvr>
                                      <p:to>
                                        <p:strVal val="hidden"/>
                                      </p:to>
                                    </p:set>
                                  </p:childTnLst>
                                </p:cTn>
                              </p:par>
                              <p:par>
                                <p:cTn id="75" presetID="31" presetClass="exit" presetSubtype="0" fill="hold" nodeType="withEffect">
                                  <p:stCondLst>
                                    <p:cond delay="0"/>
                                  </p:stCondLst>
                                  <p:childTnLst>
                                    <p:anim calcmode="lin" valueType="num">
                                      <p:cBhvr>
                                        <p:cTn id="76" dur="1000"/>
                                        <p:tgtEl>
                                          <p:spTgt spid="4">
                                            <p:txEl>
                                              <p:pRg st="12" end="12"/>
                                            </p:txEl>
                                          </p:spTgt>
                                        </p:tgtEl>
                                        <p:attrNameLst>
                                          <p:attrName>ppt_w</p:attrName>
                                        </p:attrNameLst>
                                      </p:cBhvr>
                                      <p:tavLst>
                                        <p:tav tm="0">
                                          <p:val>
                                            <p:strVal val="ppt_w"/>
                                          </p:val>
                                        </p:tav>
                                        <p:tav tm="100000">
                                          <p:val>
                                            <p:fltVal val="0"/>
                                          </p:val>
                                        </p:tav>
                                      </p:tavLst>
                                    </p:anim>
                                    <p:anim calcmode="lin" valueType="num">
                                      <p:cBhvr>
                                        <p:cTn id="77" dur="1000"/>
                                        <p:tgtEl>
                                          <p:spTgt spid="4">
                                            <p:txEl>
                                              <p:pRg st="12" end="12"/>
                                            </p:txEl>
                                          </p:spTgt>
                                        </p:tgtEl>
                                        <p:attrNameLst>
                                          <p:attrName>ppt_h</p:attrName>
                                        </p:attrNameLst>
                                      </p:cBhvr>
                                      <p:tavLst>
                                        <p:tav tm="0">
                                          <p:val>
                                            <p:strVal val="ppt_h"/>
                                          </p:val>
                                        </p:tav>
                                        <p:tav tm="100000">
                                          <p:val>
                                            <p:fltVal val="0"/>
                                          </p:val>
                                        </p:tav>
                                      </p:tavLst>
                                    </p:anim>
                                    <p:anim calcmode="lin" valueType="num">
                                      <p:cBhvr>
                                        <p:cTn id="78" dur="1000"/>
                                        <p:tgtEl>
                                          <p:spTgt spid="4">
                                            <p:txEl>
                                              <p:pRg st="12" end="12"/>
                                            </p:txEl>
                                          </p:spTgt>
                                        </p:tgtEl>
                                        <p:attrNameLst>
                                          <p:attrName>style.rotation</p:attrName>
                                        </p:attrNameLst>
                                      </p:cBhvr>
                                      <p:tavLst>
                                        <p:tav tm="0">
                                          <p:val>
                                            <p:fltVal val="0"/>
                                          </p:val>
                                        </p:tav>
                                        <p:tav tm="100000">
                                          <p:val>
                                            <p:fltVal val="90"/>
                                          </p:val>
                                        </p:tav>
                                      </p:tavLst>
                                    </p:anim>
                                    <p:animEffect transition="out" filter="fade">
                                      <p:cBhvr>
                                        <p:cTn id="79" dur="1000"/>
                                        <p:tgtEl>
                                          <p:spTgt spid="4">
                                            <p:txEl>
                                              <p:pRg st="12" end="12"/>
                                            </p:txEl>
                                          </p:spTgt>
                                        </p:tgtEl>
                                      </p:cBhvr>
                                    </p:animEffect>
                                    <p:set>
                                      <p:cBhvr>
                                        <p:cTn id="80" dur="1" fill="hold">
                                          <p:stCondLst>
                                            <p:cond delay="999"/>
                                          </p:stCondLst>
                                        </p:cTn>
                                        <p:tgtEl>
                                          <p:spTgt spid="4">
                                            <p:txEl>
                                              <p:pRg st="12" end="12"/>
                                            </p:txEl>
                                          </p:spTgt>
                                        </p:tgtEl>
                                        <p:attrNameLst>
                                          <p:attrName>style.visibility</p:attrName>
                                        </p:attrNameLst>
                                      </p:cBhvr>
                                      <p:to>
                                        <p:strVal val="hidden"/>
                                      </p:to>
                                    </p:set>
                                  </p:childTnLst>
                                </p:cTn>
                              </p:par>
                              <p:par>
                                <p:cTn id="81" presetID="31" presetClass="exit" presetSubtype="0" fill="hold" nodeType="withEffect">
                                  <p:stCondLst>
                                    <p:cond delay="0"/>
                                  </p:stCondLst>
                                  <p:childTnLst>
                                    <p:anim calcmode="lin" valueType="num">
                                      <p:cBhvr>
                                        <p:cTn id="82" dur="1000"/>
                                        <p:tgtEl>
                                          <p:spTgt spid="4">
                                            <p:txEl>
                                              <p:pRg st="13" end="13"/>
                                            </p:txEl>
                                          </p:spTgt>
                                        </p:tgtEl>
                                        <p:attrNameLst>
                                          <p:attrName>ppt_w</p:attrName>
                                        </p:attrNameLst>
                                      </p:cBhvr>
                                      <p:tavLst>
                                        <p:tav tm="0">
                                          <p:val>
                                            <p:strVal val="ppt_w"/>
                                          </p:val>
                                        </p:tav>
                                        <p:tav tm="100000">
                                          <p:val>
                                            <p:fltVal val="0"/>
                                          </p:val>
                                        </p:tav>
                                      </p:tavLst>
                                    </p:anim>
                                    <p:anim calcmode="lin" valueType="num">
                                      <p:cBhvr>
                                        <p:cTn id="83" dur="1000"/>
                                        <p:tgtEl>
                                          <p:spTgt spid="4">
                                            <p:txEl>
                                              <p:pRg st="13" end="13"/>
                                            </p:txEl>
                                          </p:spTgt>
                                        </p:tgtEl>
                                        <p:attrNameLst>
                                          <p:attrName>ppt_h</p:attrName>
                                        </p:attrNameLst>
                                      </p:cBhvr>
                                      <p:tavLst>
                                        <p:tav tm="0">
                                          <p:val>
                                            <p:strVal val="ppt_h"/>
                                          </p:val>
                                        </p:tav>
                                        <p:tav tm="100000">
                                          <p:val>
                                            <p:fltVal val="0"/>
                                          </p:val>
                                        </p:tav>
                                      </p:tavLst>
                                    </p:anim>
                                    <p:anim calcmode="lin" valueType="num">
                                      <p:cBhvr>
                                        <p:cTn id="84" dur="1000"/>
                                        <p:tgtEl>
                                          <p:spTgt spid="4">
                                            <p:txEl>
                                              <p:pRg st="13" end="13"/>
                                            </p:txEl>
                                          </p:spTgt>
                                        </p:tgtEl>
                                        <p:attrNameLst>
                                          <p:attrName>style.rotation</p:attrName>
                                        </p:attrNameLst>
                                      </p:cBhvr>
                                      <p:tavLst>
                                        <p:tav tm="0">
                                          <p:val>
                                            <p:fltVal val="0"/>
                                          </p:val>
                                        </p:tav>
                                        <p:tav tm="100000">
                                          <p:val>
                                            <p:fltVal val="90"/>
                                          </p:val>
                                        </p:tav>
                                      </p:tavLst>
                                    </p:anim>
                                    <p:animEffect transition="out" filter="fade">
                                      <p:cBhvr>
                                        <p:cTn id="85" dur="1000"/>
                                        <p:tgtEl>
                                          <p:spTgt spid="4">
                                            <p:txEl>
                                              <p:pRg st="13" end="13"/>
                                            </p:txEl>
                                          </p:spTgt>
                                        </p:tgtEl>
                                      </p:cBhvr>
                                    </p:animEffect>
                                    <p:set>
                                      <p:cBhvr>
                                        <p:cTn id="86" dur="1" fill="hold">
                                          <p:stCondLst>
                                            <p:cond delay="999"/>
                                          </p:stCondLst>
                                        </p:cTn>
                                        <p:tgtEl>
                                          <p:spTgt spid="4">
                                            <p:txEl>
                                              <p:pRg st="13" end="13"/>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0719E0E7-CFBA-48B5-AA1B-EA5B887F6650}"/>
              </a:ext>
            </a:extLst>
          </p:cNvPr>
          <p:cNvSpPr>
            <a:spLocks noGrp="1"/>
          </p:cNvSpPr>
          <p:nvPr>
            <p:ph type="title"/>
          </p:nvPr>
        </p:nvSpPr>
        <p:spPr bwMode="grayWhite"/>
        <p:txBody>
          <a:bodyPr/>
          <a:lstStyle/>
          <a:p>
            <a:r>
              <a:rPr lang="en-US" dirty="0"/>
              <a:t>GoldenEye</a:t>
            </a:r>
            <a:endParaRPr lang="ru-RU" dirty="0"/>
          </a:p>
        </p:txBody>
      </p:sp>
      <p:sp>
        <p:nvSpPr>
          <p:cNvPr id="9" name="Text Placeholder 8">
            <a:extLst>
              <a:ext uri="{FF2B5EF4-FFF2-40B4-BE49-F238E27FC236}">
                <a16:creationId xmlns:a16="http://schemas.microsoft.com/office/drawing/2014/main" xmlns="" id="{0658B4B7-2667-479D-90A8-706DAAA9ADB9}"/>
              </a:ext>
            </a:extLst>
          </p:cNvPr>
          <p:cNvSpPr>
            <a:spLocks noGrp="1"/>
          </p:cNvSpPr>
          <p:nvPr>
            <p:ph type="body" sz="quarter" idx="13"/>
          </p:nvPr>
        </p:nvSpPr>
        <p:spPr bwMode="grayWhite"/>
        <p:txBody>
          <a:bodyPr>
            <a:normAutofit fontScale="92500" lnSpcReduction="20000"/>
          </a:bodyPr>
          <a:lstStyle/>
          <a:p>
            <a:r>
              <a:rPr lang="en-US" dirty="0"/>
              <a:t>GoldenEye is a Python 3 app for SECURITY TESTING PURPOSES ONLY!</a:t>
            </a:r>
          </a:p>
          <a:p>
            <a:r>
              <a:rPr lang="en-US" dirty="0"/>
              <a:t>GoldenEye is an HTTP </a:t>
            </a:r>
            <a:r>
              <a:rPr lang="en-US" dirty="0" err="1"/>
              <a:t>DoS</a:t>
            </a:r>
            <a:r>
              <a:rPr lang="en-US" dirty="0"/>
              <a:t> Test Tool.</a:t>
            </a:r>
          </a:p>
        </p:txBody>
      </p:sp>
      <p:sp>
        <p:nvSpPr>
          <p:cNvPr id="4" name="Text Placeholder 3">
            <a:extLst>
              <a:ext uri="{FF2B5EF4-FFF2-40B4-BE49-F238E27FC236}">
                <a16:creationId xmlns:a16="http://schemas.microsoft.com/office/drawing/2014/main" xmlns="" id="{DCA4BA4B-DB5E-418C-8309-2ED941800B3E}"/>
              </a:ext>
            </a:extLst>
          </p:cNvPr>
          <p:cNvSpPr>
            <a:spLocks noGrp="1"/>
          </p:cNvSpPr>
          <p:nvPr>
            <p:ph type="body" idx="1"/>
          </p:nvPr>
        </p:nvSpPr>
        <p:spPr bwMode="grayWhite">
          <a:xfrm>
            <a:off x="415636" y="2887705"/>
            <a:ext cx="5414479" cy="936150"/>
          </a:xfrm>
        </p:spPr>
        <p:txBody>
          <a:bodyPr/>
          <a:lstStyle/>
          <a:p>
            <a:r>
              <a:rPr lang="en-US" sz="1800" dirty="0">
                <a:hlinkClick r:id="rId2"/>
              </a:rPr>
              <a:t>https://</a:t>
            </a:r>
            <a:r>
              <a:rPr lang="en-US" sz="1600" dirty="0" smtClean="0">
                <a:hlinkClick r:id="rId2"/>
              </a:rPr>
              <a:t>github.com/jseidl/GoldenEye</a:t>
            </a:r>
            <a:r>
              <a:rPr lang="en-US" sz="1600" dirty="0" smtClean="0"/>
              <a:t> </a:t>
            </a:r>
            <a:endParaRPr lang="ru-RU" dirty="0"/>
          </a:p>
        </p:txBody>
      </p:sp>
      <p:sp>
        <p:nvSpPr>
          <p:cNvPr id="6" name="Text Placeholder 5">
            <a:extLst>
              <a:ext uri="{FF2B5EF4-FFF2-40B4-BE49-F238E27FC236}">
                <a16:creationId xmlns:a16="http://schemas.microsoft.com/office/drawing/2014/main" xmlns="" id="{FA6EDE3F-FD3C-4A2C-837A-5B3420BD5E75}"/>
              </a:ext>
            </a:extLst>
          </p:cNvPr>
          <p:cNvSpPr>
            <a:spLocks noGrp="1"/>
          </p:cNvSpPr>
          <p:nvPr>
            <p:ph type="body" sz="quarter" idx="20"/>
          </p:nvPr>
        </p:nvSpPr>
        <p:spPr bwMode="grayWhite"/>
        <p:txBody>
          <a:bodyPr>
            <a:noAutofit/>
          </a:bodyPr>
          <a:lstStyle/>
          <a:p>
            <a:pPr>
              <a:lnSpc>
                <a:spcPct val="110000"/>
              </a:lnSpc>
            </a:pPr>
            <a:endParaRPr lang="en-US" dirty="0"/>
          </a:p>
        </p:txBody>
      </p:sp>
      <p:sp>
        <p:nvSpPr>
          <p:cNvPr id="5" name="Text Placeholder 4">
            <a:extLst>
              <a:ext uri="{FF2B5EF4-FFF2-40B4-BE49-F238E27FC236}">
                <a16:creationId xmlns:a16="http://schemas.microsoft.com/office/drawing/2014/main" xmlns="" id="{A92CB9BD-51FF-4C3D-BDD7-A004B05B152F}"/>
              </a:ext>
            </a:extLst>
          </p:cNvPr>
          <p:cNvSpPr>
            <a:spLocks noGrp="1"/>
          </p:cNvSpPr>
          <p:nvPr>
            <p:ph type="body" idx="18"/>
          </p:nvPr>
        </p:nvSpPr>
        <p:spPr bwMode="grayWhite"/>
        <p:txBody>
          <a:bodyPr/>
          <a:lstStyle/>
          <a:p>
            <a:endParaRPr lang="ru-RU" dirty="0"/>
          </a:p>
        </p:txBody>
      </p:sp>
      <p:sp>
        <p:nvSpPr>
          <p:cNvPr id="7" name="Text Placeholder 6">
            <a:extLst>
              <a:ext uri="{FF2B5EF4-FFF2-40B4-BE49-F238E27FC236}">
                <a16:creationId xmlns:a16="http://schemas.microsoft.com/office/drawing/2014/main" xmlns="" id="{22D6EF90-B98E-4EA6-8AA1-185EE8D4BD25}"/>
              </a:ext>
            </a:extLst>
          </p:cNvPr>
          <p:cNvSpPr>
            <a:spLocks noGrp="1"/>
          </p:cNvSpPr>
          <p:nvPr>
            <p:ph type="body" sz="quarter" idx="21"/>
          </p:nvPr>
        </p:nvSpPr>
        <p:spPr bwMode="grayWhite"/>
        <p:txBody>
          <a:bodyPr>
            <a:noAutofit/>
          </a:bodyPr>
          <a:lstStyle/>
          <a:p>
            <a:pPr marL="0" indent="0">
              <a:lnSpc>
                <a:spcPct val="100000"/>
              </a:lnSpc>
              <a:buNone/>
            </a:pPr>
            <a:endParaRPr lang="en-US" dirty="0"/>
          </a:p>
        </p:txBody>
      </p:sp>
      <p:sp>
        <p:nvSpPr>
          <p:cNvPr id="2" name="Slide Number Placeholder 1">
            <a:extLst>
              <a:ext uri="{FF2B5EF4-FFF2-40B4-BE49-F238E27FC236}">
                <a16:creationId xmlns:a16="http://schemas.microsoft.com/office/drawing/2014/main" xmlns="" id="{7D609542-DD6D-4EC5-B1B2-054C2BE79B96}"/>
              </a:ext>
            </a:extLst>
          </p:cNvPr>
          <p:cNvSpPr>
            <a:spLocks noGrp="1"/>
          </p:cNvSpPr>
          <p:nvPr>
            <p:ph type="sldNum" sz="quarter" idx="10"/>
          </p:nvPr>
        </p:nvSpPr>
        <p:spPr bwMode="grayWhite"/>
        <p:txBody>
          <a:bodyPr/>
          <a:lstStyle/>
          <a:p>
            <a:fld id="{D495E168-DA5E-4888-8D8A-92B118324C14}" type="slidenum">
              <a:rPr lang="ru-RU" smtClean="0"/>
              <a:pPr/>
              <a:t>5</a:t>
            </a:fld>
            <a:endParaRPr lang="ru-RU" dirty="0"/>
          </a:p>
        </p:txBody>
      </p:sp>
    </p:spTree>
    <p:extLst>
      <p:ext uri="{BB962C8B-B14F-4D97-AF65-F5344CB8AC3E}">
        <p14:creationId xmlns:p14="http://schemas.microsoft.com/office/powerpoint/2010/main" val="3846360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8"/>
                                        </p:tgtEl>
                                        <p:attrNameLst>
                                          <p:attrName>style.textDecorationUnderline</p:attrName>
                                        </p:attrNameLst>
                                      </p:cBhvr>
                                      <p:to>
                                        <p:strVal val="true"/>
                                      </p:to>
                                    </p:set>
                                  </p:childTnLst>
                                </p:cTn>
                              </p:par>
                            </p:childTnLst>
                          </p:cTn>
                        </p:par>
                      </p:childTnLst>
                    </p:cTn>
                  </p:par>
                  <p:par>
                    <p:cTn id="7" fill="hold">
                      <p:stCondLst>
                        <p:cond delay="indefinite"/>
                      </p:stCondLst>
                      <p:childTnLst>
                        <p:par>
                          <p:cTn id="8" fill="hold">
                            <p:stCondLst>
                              <p:cond delay="0"/>
                            </p:stCondLst>
                            <p:childTnLst>
                              <p:par>
                                <p:cTn id="9" presetID="34" presetClass="emph" presetSubtype="0" fill="hold" nodeType="clickEffect">
                                  <p:stCondLst>
                                    <p:cond delay="0"/>
                                  </p:stCondLst>
                                  <p:iterate type="lt">
                                    <p:tmPct val="10000"/>
                                  </p:iterate>
                                  <p:childTnLst>
                                    <p:animMotion origin="layout" path="M 0.0 0.0 L 0.0 -0.07213" pathEditMode="relative" ptsTypes="">
                                      <p:cBhvr>
                                        <p:cTn id="10" dur="250" accel="50000" decel="50000" autoRev="1" fill="hold">
                                          <p:stCondLst>
                                            <p:cond delay="0"/>
                                          </p:stCondLst>
                                        </p:cTn>
                                        <p:tgtEl>
                                          <p:spTgt spid="9">
                                            <p:txEl>
                                              <p:pRg st="0" end="0"/>
                                            </p:txEl>
                                          </p:spTgt>
                                        </p:tgtEl>
                                        <p:attrNameLst>
                                          <p:attrName>ppt_x</p:attrName>
                                          <p:attrName>ppt_y</p:attrName>
                                        </p:attrNameLst>
                                      </p:cBhvr>
                                    </p:animMotion>
                                    <p:animRot by="1500000">
                                      <p:cBhvr>
                                        <p:cTn id="11" dur="125" fill="hold">
                                          <p:stCondLst>
                                            <p:cond delay="0"/>
                                          </p:stCondLst>
                                        </p:cTn>
                                        <p:tgtEl>
                                          <p:spTgt spid="9">
                                            <p:txEl>
                                              <p:pRg st="0" end="0"/>
                                            </p:txEl>
                                          </p:spTgt>
                                        </p:tgtEl>
                                        <p:attrNameLst>
                                          <p:attrName>r</p:attrName>
                                        </p:attrNameLst>
                                      </p:cBhvr>
                                    </p:animRot>
                                    <p:animRot by="-1500000">
                                      <p:cBhvr>
                                        <p:cTn id="12" dur="125" fill="hold">
                                          <p:stCondLst>
                                            <p:cond delay="125"/>
                                          </p:stCondLst>
                                        </p:cTn>
                                        <p:tgtEl>
                                          <p:spTgt spid="9">
                                            <p:txEl>
                                              <p:pRg st="0" end="0"/>
                                            </p:txEl>
                                          </p:spTgt>
                                        </p:tgtEl>
                                        <p:attrNameLst>
                                          <p:attrName>r</p:attrName>
                                        </p:attrNameLst>
                                      </p:cBhvr>
                                    </p:animRot>
                                    <p:animRot by="-1500000">
                                      <p:cBhvr>
                                        <p:cTn id="13" dur="125" fill="hold">
                                          <p:stCondLst>
                                            <p:cond delay="250"/>
                                          </p:stCondLst>
                                        </p:cTn>
                                        <p:tgtEl>
                                          <p:spTgt spid="9">
                                            <p:txEl>
                                              <p:pRg st="0" end="0"/>
                                            </p:txEl>
                                          </p:spTgt>
                                        </p:tgtEl>
                                        <p:attrNameLst>
                                          <p:attrName>r</p:attrName>
                                        </p:attrNameLst>
                                      </p:cBhvr>
                                    </p:animRot>
                                    <p:animRot by="1500000">
                                      <p:cBhvr>
                                        <p:cTn id="14" dur="125" fill="hold">
                                          <p:stCondLst>
                                            <p:cond delay="375"/>
                                          </p:stCondLst>
                                        </p:cTn>
                                        <p:tgtEl>
                                          <p:spTgt spid="9">
                                            <p:txEl>
                                              <p:pRg st="0" end="0"/>
                                            </p:txEl>
                                          </p:spTgt>
                                        </p:tgtEl>
                                        <p:attrNameLst>
                                          <p:attrName>r</p:attrName>
                                        </p:attrNameLst>
                                      </p:cBhvr>
                                    </p:animRot>
                                  </p:childTnLst>
                                </p:cTn>
                              </p:par>
                              <p:par>
                                <p:cTn id="15" presetID="34" presetClass="emph" presetSubtype="0" fill="hold" nodeType="withEffect">
                                  <p:stCondLst>
                                    <p:cond delay="0"/>
                                  </p:stCondLst>
                                  <p:iterate type="lt">
                                    <p:tmPct val="10000"/>
                                  </p:iterate>
                                  <p:childTnLst>
                                    <p:animMotion origin="layout" path="M 0.0 0.0 L 0.0 -0.07213" pathEditMode="relative" ptsTypes="">
                                      <p:cBhvr>
                                        <p:cTn id="16" dur="250" accel="50000" decel="50000" autoRev="1" fill="hold">
                                          <p:stCondLst>
                                            <p:cond delay="0"/>
                                          </p:stCondLst>
                                        </p:cTn>
                                        <p:tgtEl>
                                          <p:spTgt spid="9">
                                            <p:txEl>
                                              <p:pRg st="1" end="1"/>
                                            </p:txEl>
                                          </p:spTgt>
                                        </p:tgtEl>
                                        <p:attrNameLst>
                                          <p:attrName>ppt_x</p:attrName>
                                          <p:attrName>ppt_y</p:attrName>
                                        </p:attrNameLst>
                                      </p:cBhvr>
                                    </p:animMotion>
                                    <p:animRot by="1500000">
                                      <p:cBhvr>
                                        <p:cTn id="17" dur="125" fill="hold">
                                          <p:stCondLst>
                                            <p:cond delay="0"/>
                                          </p:stCondLst>
                                        </p:cTn>
                                        <p:tgtEl>
                                          <p:spTgt spid="9">
                                            <p:txEl>
                                              <p:pRg st="1" end="1"/>
                                            </p:txEl>
                                          </p:spTgt>
                                        </p:tgtEl>
                                        <p:attrNameLst>
                                          <p:attrName>r</p:attrName>
                                        </p:attrNameLst>
                                      </p:cBhvr>
                                    </p:animRot>
                                    <p:animRot by="-1500000">
                                      <p:cBhvr>
                                        <p:cTn id="18" dur="125" fill="hold">
                                          <p:stCondLst>
                                            <p:cond delay="125"/>
                                          </p:stCondLst>
                                        </p:cTn>
                                        <p:tgtEl>
                                          <p:spTgt spid="9">
                                            <p:txEl>
                                              <p:pRg st="1" end="1"/>
                                            </p:txEl>
                                          </p:spTgt>
                                        </p:tgtEl>
                                        <p:attrNameLst>
                                          <p:attrName>r</p:attrName>
                                        </p:attrNameLst>
                                      </p:cBhvr>
                                    </p:animRot>
                                    <p:animRot by="-1500000">
                                      <p:cBhvr>
                                        <p:cTn id="19" dur="125" fill="hold">
                                          <p:stCondLst>
                                            <p:cond delay="250"/>
                                          </p:stCondLst>
                                        </p:cTn>
                                        <p:tgtEl>
                                          <p:spTgt spid="9">
                                            <p:txEl>
                                              <p:pRg st="1" end="1"/>
                                            </p:txEl>
                                          </p:spTgt>
                                        </p:tgtEl>
                                        <p:attrNameLst>
                                          <p:attrName>r</p:attrName>
                                        </p:attrNameLst>
                                      </p:cBhvr>
                                    </p:animRot>
                                    <p:animRot by="1500000">
                                      <p:cBhvr>
                                        <p:cTn id="20" dur="125" fill="hold">
                                          <p:stCondLst>
                                            <p:cond delay="375"/>
                                          </p:stCondLst>
                                        </p:cTn>
                                        <p:tgtEl>
                                          <p:spTgt spid="9">
                                            <p:txEl>
                                              <p:pRg st="1" end="1"/>
                                            </p:txEl>
                                          </p:spTgt>
                                        </p:tgtEl>
                                        <p:attrNameLst>
                                          <p:attrName>r</p:attrName>
                                        </p:attrNameLst>
                                      </p:cBhvr>
                                    </p:animRot>
                                  </p:childTnLst>
                                </p:cTn>
                              </p:par>
                            </p:childTnLst>
                          </p:cTn>
                        </p:par>
                      </p:childTnLst>
                    </p:cTn>
                  </p:par>
                  <p:par>
                    <p:cTn id="21" fill="hold">
                      <p:stCondLst>
                        <p:cond delay="indefinite"/>
                      </p:stCondLst>
                      <p:childTnLst>
                        <p:par>
                          <p:cTn id="22" fill="hold">
                            <p:stCondLst>
                              <p:cond delay="0"/>
                            </p:stCondLst>
                            <p:childTnLst>
                              <p:par>
                                <p:cTn id="23" presetID="26" presetClass="path" presetSubtype="0" accel="50000" decel="50000" fill="hold" nodeType="clickEffect">
                                  <p:stCondLst>
                                    <p:cond delay="0"/>
                                  </p:stCondLst>
                                  <p:childTnLst>
                                    <p:animMotion origin="layout" path="M 0 0 C 0 0.033 0.027 0.06 0.06 0.06 C 0.099 0.06 0.113 0.03 0.119 0.012 L 0.125 -0.012 C 0.131 -0.03 0.146 -0.06 0.19 -0.06 C 0.218 -0.06 0.25 -0.033 0.25 0 C 0.25 0.033 0.218 0.06 0.19 0.06 C 0.146 0.06 0.131 0.03 0.125 0.012 L 0.119 -0.012 C 0.113 -0.03 0.099 -0.06 0.06 -0.06 C 0.027 -0.06 0 -0.033 0 0 Z" pathEditMode="relative" ptsTypes="">
                                      <p:cBhvr>
                                        <p:cTn id="24" dur="2000" fill="hold"/>
                                        <p:tgtEl>
                                          <p:spTgt spid="4">
                                            <p:txEl>
                                              <p:pRg st="0" end="0"/>
                                            </p:txEl>
                                          </p:spTgt>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F06E3E42-BD20-4379-871F-3E4B83D6838A}"/>
              </a:ext>
            </a:extLst>
          </p:cNvPr>
          <p:cNvSpPr>
            <a:spLocks noGrp="1"/>
          </p:cNvSpPr>
          <p:nvPr>
            <p:ph type="title"/>
          </p:nvPr>
        </p:nvSpPr>
        <p:spPr bwMode="grayWhite"/>
        <p:txBody>
          <a:bodyPr/>
          <a:lstStyle/>
          <a:p>
            <a:r>
              <a:rPr lang="en-US" dirty="0" err="1"/>
              <a:t>nikto</a:t>
            </a:r>
            <a:endParaRPr lang="ru-RU" dirty="0"/>
          </a:p>
        </p:txBody>
      </p:sp>
      <p:sp>
        <p:nvSpPr>
          <p:cNvPr id="5" name="Text Placeholder 4">
            <a:extLst>
              <a:ext uri="{FF2B5EF4-FFF2-40B4-BE49-F238E27FC236}">
                <a16:creationId xmlns:a16="http://schemas.microsoft.com/office/drawing/2014/main" xmlns="" id="{342E27BA-7F93-4365-B043-35F6517974F1}"/>
              </a:ext>
            </a:extLst>
          </p:cNvPr>
          <p:cNvSpPr>
            <a:spLocks noGrp="1"/>
          </p:cNvSpPr>
          <p:nvPr>
            <p:ph type="body" sz="quarter" idx="13"/>
          </p:nvPr>
        </p:nvSpPr>
        <p:spPr bwMode="grayWhite">
          <a:xfrm>
            <a:off x="774032" y="3198229"/>
            <a:ext cx="2825496" cy="1228298"/>
          </a:xfrm>
        </p:spPr>
        <p:txBody>
          <a:bodyPr>
            <a:normAutofit fontScale="92500" lnSpcReduction="10000"/>
          </a:bodyPr>
          <a:lstStyle/>
          <a:p>
            <a:r>
              <a:rPr lang="en-US" dirty="0"/>
              <a:t>Nikto web server scanner </a:t>
            </a:r>
            <a:endParaRPr lang="en-US" dirty="0" smtClean="0"/>
          </a:p>
          <a:p>
            <a:r>
              <a:rPr lang="en-US" dirty="0">
                <a:hlinkClick r:id="rId2"/>
              </a:rPr>
              <a:t>https://</a:t>
            </a:r>
            <a:r>
              <a:rPr lang="en-US" dirty="0" smtClean="0">
                <a:hlinkClick r:id="rId2"/>
              </a:rPr>
              <a:t>github.com/sullo/nikto</a:t>
            </a:r>
            <a:r>
              <a:rPr lang="en-US" dirty="0" smtClean="0"/>
              <a:t> </a:t>
            </a:r>
            <a:endParaRPr lang="en-US" dirty="0"/>
          </a:p>
        </p:txBody>
      </p:sp>
      <p:sp>
        <p:nvSpPr>
          <p:cNvPr id="2" name="Slide Number Placeholder 1">
            <a:extLst>
              <a:ext uri="{FF2B5EF4-FFF2-40B4-BE49-F238E27FC236}">
                <a16:creationId xmlns:a16="http://schemas.microsoft.com/office/drawing/2014/main" xmlns="" id="{9FE1CCEE-5676-4586-8866-FA5BE5CA59D6}"/>
              </a:ext>
            </a:extLst>
          </p:cNvPr>
          <p:cNvSpPr>
            <a:spLocks noGrp="1"/>
          </p:cNvSpPr>
          <p:nvPr>
            <p:ph type="sldNum" sz="quarter" idx="10"/>
          </p:nvPr>
        </p:nvSpPr>
        <p:spPr bwMode="grayWhite"/>
        <p:txBody>
          <a:bodyPr/>
          <a:lstStyle/>
          <a:p>
            <a:fld id="{D495E168-DA5E-4888-8D8A-92B118324C14}" type="slidenum">
              <a:rPr lang="ru-RU" smtClean="0"/>
              <a:pPr/>
              <a:t>6</a:t>
            </a:fld>
            <a:endParaRPr lang="ru-RU" dirty="0"/>
          </a:p>
        </p:txBody>
      </p:sp>
      <p:sp>
        <p:nvSpPr>
          <p:cNvPr id="6" name="Chart Placeholder 5"/>
          <p:cNvSpPr>
            <a:spLocks noGrp="1"/>
          </p:cNvSpPr>
          <p:nvPr>
            <p:ph type="chart" sz="quarter" idx="32"/>
          </p:nvPr>
        </p:nvSpPr>
        <p:spPr/>
      </p:sp>
    </p:spTree>
    <p:extLst>
      <p:ext uri="{BB962C8B-B14F-4D97-AF65-F5344CB8AC3E}">
        <p14:creationId xmlns:p14="http://schemas.microsoft.com/office/powerpoint/2010/main" val="3929948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2000" fill="hold"/>
                                        <p:tgtEl>
                                          <p:spTgt spid="4"/>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barn(inVertical)">
                                      <p:cBhvr>
                                        <p:cTn id="11" dur="500"/>
                                        <p:tgtEl>
                                          <p:spTgt spid="5">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barn(inVertical)">
                                      <p:cBhvr>
                                        <p:cTn id="16"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8D42E07B-C167-48F8-AB6F-45BD78322261}"/>
              </a:ext>
            </a:extLst>
          </p:cNvPr>
          <p:cNvSpPr>
            <a:spLocks noGrp="1"/>
          </p:cNvSpPr>
          <p:nvPr>
            <p:ph type="title"/>
          </p:nvPr>
        </p:nvSpPr>
        <p:spPr bwMode="grayWhite"/>
        <p:txBody>
          <a:bodyPr/>
          <a:lstStyle/>
          <a:p>
            <a:r>
              <a:rPr lang="en-US" dirty="0" err="1"/>
              <a:t>sqlmap</a:t>
            </a:r>
            <a:r>
              <a:rPr lang="en-US" dirty="0"/>
              <a:t> </a:t>
            </a:r>
            <a:r>
              <a:rPr lang="en-US" dirty="0" smtClean="0"/>
              <a:t/>
            </a:r>
            <a:br>
              <a:rPr lang="en-US" dirty="0" smtClean="0"/>
            </a:br>
            <a:endParaRPr lang="ru-RU" sz="1200" dirty="0"/>
          </a:p>
        </p:txBody>
      </p:sp>
      <p:sp>
        <p:nvSpPr>
          <p:cNvPr id="5" name="Text Placeholder 4">
            <a:extLst>
              <a:ext uri="{FF2B5EF4-FFF2-40B4-BE49-F238E27FC236}">
                <a16:creationId xmlns:a16="http://schemas.microsoft.com/office/drawing/2014/main" xmlns="" id="{ADE478EB-C91D-4F65-ABE7-97357B17A1CA}"/>
              </a:ext>
            </a:extLst>
          </p:cNvPr>
          <p:cNvSpPr>
            <a:spLocks noGrp="1"/>
          </p:cNvSpPr>
          <p:nvPr>
            <p:ph type="body" sz="quarter" idx="13"/>
          </p:nvPr>
        </p:nvSpPr>
        <p:spPr bwMode="grayWhite">
          <a:xfrm>
            <a:off x="774032" y="3198228"/>
            <a:ext cx="2825496" cy="3545472"/>
          </a:xfrm>
        </p:spPr>
        <p:txBody>
          <a:bodyPr>
            <a:normAutofit fontScale="62500" lnSpcReduction="20000"/>
          </a:bodyPr>
          <a:lstStyle/>
          <a:p>
            <a:r>
              <a:rPr lang="en-US" dirty="0" err="1"/>
              <a:t>sqlmap</a:t>
            </a:r>
            <a:r>
              <a:rPr lang="en-US" dirty="0"/>
              <a:t> is an open source penetration testing tool that automates the process of detecting and exploiting SQL injection flaws and taking over of database servers. It comes with a powerful detection engine, many niche features for the ultimate penetration tester, and a broad range of switches including database fingerprinting, over data fetching from the database, accessing the underlying file system, and executing commands on the operating system via out-of-band </a:t>
            </a:r>
            <a:r>
              <a:rPr lang="en-US" dirty="0" smtClean="0"/>
              <a:t>connections</a:t>
            </a:r>
          </a:p>
          <a:p>
            <a:r>
              <a:rPr lang="en-US" dirty="0"/>
              <a:t>. </a:t>
            </a:r>
            <a:r>
              <a:rPr lang="en-US" dirty="0">
                <a:hlinkClick r:id="rId2"/>
              </a:rPr>
              <a:t>https://</a:t>
            </a:r>
            <a:r>
              <a:rPr lang="en-US" dirty="0" smtClean="0">
                <a:hlinkClick r:id="rId2"/>
              </a:rPr>
              <a:t>github.com/sqlmapproject/sqlmap</a:t>
            </a:r>
            <a:r>
              <a:rPr lang="en-US" dirty="0" smtClean="0"/>
              <a:t> </a:t>
            </a:r>
            <a:endParaRPr lang="en-US" dirty="0"/>
          </a:p>
        </p:txBody>
      </p:sp>
      <p:sp>
        <p:nvSpPr>
          <p:cNvPr id="2" name="Slide Number Placeholder 1">
            <a:extLst>
              <a:ext uri="{FF2B5EF4-FFF2-40B4-BE49-F238E27FC236}">
                <a16:creationId xmlns:a16="http://schemas.microsoft.com/office/drawing/2014/main" xmlns="" id="{8F9A1308-AD4D-492C-B931-EA94BBCF4B56}"/>
              </a:ext>
            </a:extLst>
          </p:cNvPr>
          <p:cNvSpPr>
            <a:spLocks noGrp="1"/>
          </p:cNvSpPr>
          <p:nvPr>
            <p:ph type="sldNum" sz="quarter" idx="10"/>
          </p:nvPr>
        </p:nvSpPr>
        <p:spPr/>
        <p:txBody>
          <a:bodyPr/>
          <a:lstStyle/>
          <a:p>
            <a:fld id="{D495E168-DA5E-4888-8D8A-92B118324C14}" type="slidenum">
              <a:rPr lang="ru-RU" smtClean="0"/>
              <a:pPr/>
              <a:t>7</a:t>
            </a:fld>
            <a:endParaRPr lang="ru-RU" dirty="0"/>
          </a:p>
        </p:txBody>
      </p:sp>
      <p:sp>
        <p:nvSpPr>
          <p:cNvPr id="3" name="Table Placeholder 2"/>
          <p:cNvSpPr>
            <a:spLocks noGrp="1"/>
          </p:cNvSpPr>
          <p:nvPr>
            <p:ph type="tbl" sz="quarter" idx="17"/>
          </p:nvPr>
        </p:nvSpPr>
        <p:spPr/>
      </p:sp>
    </p:spTree>
    <p:extLst>
      <p:ext uri="{BB962C8B-B14F-4D97-AF65-F5344CB8AC3E}">
        <p14:creationId xmlns:p14="http://schemas.microsoft.com/office/powerpoint/2010/main" val="2519517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heel(1)">
                                      <p:cBhvr>
                                        <p:cTn id="12" dur="20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wheel(1)">
                                      <p:cBhvr>
                                        <p:cTn id="17" dur="2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D495E168-DA5E-4888-8D8A-92B118324C14}" type="slidenum">
              <a:rPr lang="ru-RU" smtClean="0"/>
              <a:pPr/>
              <a:t>8</a:t>
            </a:fld>
            <a:endParaRPr lang="ru-RU" dirty="0"/>
          </a:p>
        </p:txBody>
      </p:sp>
      <p:sp>
        <p:nvSpPr>
          <p:cNvPr id="3" name="Title 2"/>
          <p:cNvSpPr>
            <a:spLocks noGrp="1"/>
          </p:cNvSpPr>
          <p:nvPr>
            <p:ph type="title"/>
          </p:nvPr>
        </p:nvSpPr>
        <p:spPr/>
        <p:txBody>
          <a:bodyPr/>
          <a:lstStyle/>
          <a:p>
            <a:r>
              <a:rPr lang="en-US" dirty="0" err="1" smtClean="0"/>
              <a:t>Nmap</a:t>
            </a:r>
            <a:r>
              <a:rPr lang="en-US" dirty="0" smtClean="0"/>
              <a:t> </a:t>
            </a:r>
            <a:r>
              <a:rPr lang="en-US" dirty="0" err="1" smtClean="0"/>
              <a:t>vulners</a:t>
            </a:r>
            <a:endParaRPr lang="en-US" dirty="0"/>
          </a:p>
        </p:txBody>
      </p:sp>
      <p:sp>
        <p:nvSpPr>
          <p:cNvPr id="4" name="Text Placeholder 3"/>
          <p:cNvSpPr>
            <a:spLocks noGrp="1"/>
          </p:cNvSpPr>
          <p:nvPr>
            <p:ph type="body" sz="quarter" idx="13"/>
          </p:nvPr>
        </p:nvSpPr>
        <p:spPr>
          <a:xfrm>
            <a:off x="446809" y="3198227"/>
            <a:ext cx="3152719" cy="3535082"/>
          </a:xfrm>
        </p:spPr>
        <p:txBody>
          <a:bodyPr>
            <a:normAutofit fontScale="55000" lnSpcReduction="20000"/>
          </a:bodyPr>
          <a:lstStyle/>
          <a:p>
            <a:r>
              <a:rPr lang="en-US" dirty="0"/>
              <a:t>Its work is pretty simple:</a:t>
            </a:r>
          </a:p>
          <a:p>
            <a:r>
              <a:rPr lang="en-US" dirty="0"/>
              <a:t>* work only when some software version is identified for an open port</a:t>
            </a:r>
          </a:p>
          <a:p>
            <a:r>
              <a:rPr lang="en-US" dirty="0"/>
              <a:t>* take all the known CPEs for that software (from the standard </a:t>
            </a:r>
            <a:r>
              <a:rPr lang="en-US" dirty="0" err="1"/>
              <a:t>nmap</a:t>
            </a:r>
            <a:r>
              <a:rPr lang="en-US" dirty="0"/>
              <a:t> -</a:t>
            </a:r>
            <a:r>
              <a:rPr lang="en-US" dirty="0" err="1"/>
              <a:t>sV</a:t>
            </a:r>
            <a:r>
              <a:rPr lang="en-US" dirty="0"/>
              <a:t> output)</a:t>
            </a:r>
          </a:p>
          <a:p>
            <a:r>
              <a:rPr lang="en-US" dirty="0"/>
              <a:t>* make a request to a remote server (vulners.com API) to learn whether any known </a:t>
            </a:r>
            <a:r>
              <a:rPr lang="en-US" dirty="0" err="1"/>
              <a:t>vulns</a:t>
            </a:r>
            <a:r>
              <a:rPr lang="en-US" dirty="0"/>
              <a:t> exist for that CPE</a:t>
            </a:r>
          </a:p>
          <a:p>
            <a:r>
              <a:rPr lang="en-US" dirty="0"/>
              <a:t>* if no info is found this way, try to get it using the software name alone</a:t>
            </a:r>
          </a:p>
          <a:p>
            <a:r>
              <a:rPr lang="en-US" dirty="0" smtClean="0"/>
              <a:t>* print </a:t>
            </a:r>
            <a:r>
              <a:rPr lang="en-US" dirty="0"/>
              <a:t>the obtained info </a:t>
            </a:r>
            <a:r>
              <a:rPr lang="en-US" dirty="0" smtClean="0"/>
              <a:t>out </a:t>
            </a:r>
          </a:p>
          <a:p>
            <a:r>
              <a:rPr lang="en-US" dirty="0">
                <a:hlinkClick r:id="rId2"/>
              </a:rPr>
              <a:t>https://</a:t>
            </a:r>
            <a:r>
              <a:rPr lang="en-US" dirty="0" smtClean="0">
                <a:hlinkClick r:id="rId2"/>
              </a:rPr>
              <a:t>raw.githubusercontent.com/vulnersCom/nmap-vulners/master/vulners.nse</a:t>
            </a:r>
            <a:r>
              <a:rPr lang="en-US" dirty="0" smtClean="0"/>
              <a:t> </a:t>
            </a:r>
          </a:p>
          <a:p>
            <a:r>
              <a:rPr lang="en-US" dirty="0">
                <a:hlinkClick r:id="rId3"/>
              </a:rPr>
              <a:t>https://</a:t>
            </a:r>
            <a:r>
              <a:rPr lang="en-US" dirty="0" smtClean="0">
                <a:hlinkClick r:id="rId3"/>
              </a:rPr>
              <a:t>github.com/vulnersCom/nmap-vulners</a:t>
            </a:r>
            <a:r>
              <a:rPr lang="en-US" dirty="0" smtClean="0"/>
              <a:t> </a:t>
            </a:r>
          </a:p>
          <a:p>
            <a:r>
              <a:rPr lang="en-US" dirty="0">
                <a:hlinkClick r:id="rId4"/>
              </a:rPr>
              <a:t>https://geekflare.com/nmap-vulnerability-scan</a:t>
            </a:r>
            <a:r>
              <a:rPr lang="en-US" dirty="0" smtClean="0">
                <a:hlinkClick r:id="rId4"/>
              </a:rPr>
              <a:t>/</a:t>
            </a:r>
            <a:r>
              <a:rPr lang="en-US" dirty="0" smtClean="0"/>
              <a:t> </a:t>
            </a:r>
          </a:p>
          <a:p>
            <a:endParaRPr lang="en-US" dirty="0" smtClean="0"/>
          </a:p>
          <a:p>
            <a:endParaRPr lang="en-US" dirty="0" smtClean="0"/>
          </a:p>
          <a:p>
            <a:endParaRPr lang="en-US" dirty="0"/>
          </a:p>
        </p:txBody>
      </p:sp>
      <p:sp>
        <p:nvSpPr>
          <p:cNvPr id="5" name="Table Placeholder 4"/>
          <p:cNvSpPr>
            <a:spLocks noGrp="1"/>
          </p:cNvSpPr>
          <p:nvPr>
            <p:ph type="tbl" sz="quarter" idx="17"/>
          </p:nvPr>
        </p:nvSpPr>
        <p:spPr/>
      </p:sp>
    </p:spTree>
    <p:extLst>
      <p:ext uri="{BB962C8B-B14F-4D97-AF65-F5344CB8AC3E}">
        <p14:creationId xmlns:p14="http://schemas.microsoft.com/office/powerpoint/2010/main" val="2042052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3"/>
                                        </p:tgtEl>
                                      </p:cBhvr>
                                    </p:animEffect>
                                    <p:anim calcmode="lin" valueType="num">
                                      <p:cBhvr>
                                        <p:cTn id="7" dur="1000"/>
                                        <p:tgtEl>
                                          <p:spTgt spid="3"/>
                                        </p:tgtEl>
                                        <p:attrNameLst>
                                          <p:attrName>ppt_x</p:attrName>
                                        </p:attrNameLst>
                                      </p:cBhvr>
                                      <p:tavLst>
                                        <p:tav tm="0">
                                          <p:val>
                                            <p:strVal val="ppt_x"/>
                                          </p:val>
                                        </p:tav>
                                        <p:tav tm="100000">
                                          <p:val>
                                            <p:strVal val="ppt_x"/>
                                          </p:val>
                                        </p:tav>
                                      </p:tavLst>
                                    </p:anim>
                                    <p:anim calcmode="lin" valueType="num">
                                      <p:cBhvr>
                                        <p:cTn id="8" dur="1000"/>
                                        <p:tgtEl>
                                          <p:spTgt spid="3"/>
                                        </p:tgtEl>
                                        <p:attrNameLst>
                                          <p:attrName>ppt_y</p:attrName>
                                        </p:attrNameLst>
                                      </p:cBhvr>
                                      <p:tavLst>
                                        <p:tav tm="0">
                                          <p:val>
                                            <p:strVal val="ppt_y"/>
                                          </p:val>
                                        </p:tav>
                                        <p:tav tm="100000">
                                          <p:val>
                                            <p:strVal val="ppt_y+.1"/>
                                          </p:val>
                                        </p:tav>
                                      </p:tavLst>
                                    </p:anim>
                                    <p:set>
                                      <p:cBhvr>
                                        <p:cTn id="9" dur="1" fill="hold">
                                          <p:stCondLst>
                                            <p:cond delay="999"/>
                                          </p:stCondLst>
                                        </p:cTn>
                                        <p:tgtEl>
                                          <p:spTgt spid="3"/>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4">
                                            <p:txEl>
                                              <p:pRg st="0" end="0"/>
                                            </p:txEl>
                                          </p:spTgt>
                                        </p:tgtEl>
                                        <p:attrNameLst>
                                          <p:attrName>style.color</p:attrName>
                                        </p:attrNameLst>
                                      </p:cBhvr>
                                      <p:to>
                                        <a:schemeClr val="accent2"/>
                                      </p:to>
                                    </p:animClr>
                                    <p:animClr clrSpc="rgb" dir="cw">
                                      <p:cBhvr>
                                        <p:cTn id="14" dur="500" fill="hold"/>
                                        <p:tgtEl>
                                          <p:spTgt spid="4">
                                            <p:txEl>
                                              <p:pRg st="0" end="0"/>
                                            </p:txEl>
                                          </p:spTgt>
                                        </p:tgtEl>
                                        <p:attrNameLst>
                                          <p:attrName>fillcolor</p:attrName>
                                        </p:attrNameLst>
                                      </p:cBhvr>
                                      <p:to>
                                        <a:schemeClr val="accent2"/>
                                      </p:to>
                                    </p:animClr>
                                    <p:set>
                                      <p:cBhvr>
                                        <p:cTn id="15" dur="500" fill="hold"/>
                                        <p:tgtEl>
                                          <p:spTgt spid="4">
                                            <p:txEl>
                                              <p:pRg st="0" end="0"/>
                                            </p:txEl>
                                          </p:spTgt>
                                        </p:tgtEl>
                                        <p:attrNameLst>
                                          <p:attrName>fill.type</p:attrName>
                                        </p:attrNameLst>
                                      </p:cBhvr>
                                      <p:to>
                                        <p:strVal val="solid"/>
                                      </p:to>
                                    </p:set>
                                    <p:set>
                                      <p:cBhvr>
                                        <p:cTn id="16" dur="500" fill="hold"/>
                                        <p:tgtEl>
                                          <p:spTgt spid="4">
                                            <p:txEl>
                                              <p:pRg st="0" end="0"/>
                                            </p:txEl>
                                          </p:spTgt>
                                        </p:tgtEl>
                                        <p:attrNameLst>
                                          <p:attrName>fill.on</p:attrName>
                                        </p:attrNameLst>
                                      </p:cBhvr>
                                      <p:to>
                                        <p:strVal val="true"/>
                                      </p:to>
                                    </p:set>
                                  </p:childTnLst>
                                </p:cTn>
                              </p:par>
                              <p:par>
                                <p:cTn id="17" presetID="19" presetClass="emph" presetSubtype="0" fill="hold" nodeType="withEffect">
                                  <p:stCondLst>
                                    <p:cond delay="0"/>
                                  </p:stCondLst>
                                  <p:childTnLst>
                                    <p:animClr clrSpc="rgb" dir="cw">
                                      <p:cBhvr override="childStyle">
                                        <p:cTn id="18" dur="500" fill="hold"/>
                                        <p:tgtEl>
                                          <p:spTgt spid="4">
                                            <p:txEl>
                                              <p:pRg st="1" end="1"/>
                                            </p:txEl>
                                          </p:spTgt>
                                        </p:tgtEl>
                                        <p:attrNameLst>
                                          <p:attrName>style.color</p:attrName>
                                        </p:attrNameLst>
                                      </p:cBhvr>
                                      <p:to>
                                        <a:schemeClr val="accent2"/>
                                      </p:to>
                                    </p:animClr>
                                    <p:animClr clrSpc="rgb" dir="cw">
                                      <p:cBhvr>
                                        <p:cTn id="19" dur="500" fill="hold"/>
                                        <p:tgtEl>
                                          <p:spTgt spid="4">
                                            <p:txEl>
                                              <p:pRg st="1" end="1"/>
                                            </p:txEl>
                                          </p:spTgt>
                                        </p:tgtEl>
                                        <p:attrNameLst>
                                          <p:attrName>fillcolor</p:attrName>
                                        </p:attrNameLst>
                                      </p:cBhvr>
                                      <p:to>
                                        <a:schemeClr val="accent2"/>
                                      </p:to>
                                    </p:animClr>
                                    <p:set>
                                      <p:cBhvr>
                                        <p:cTn id="20" dur="500" fill="hold"/>
                                        <p:tgtEl>
                                          <p:spTgt spid="4">
                                            <p:txEl>
                                              <p:pRg st="1" end="1"/>
                                            </p:txEl>
                                          </p:spTgt>
                                        </p:tgtEl>
                                        <p:attrNameLst>
                                          <p:attrName>fill.type</p:attrName>
                                        </p:attrNameLst>
                                      </p:cBhvr>
                                      <p:to>
                                        <p:strVal val="solid"/>
                                      </p:to>
                                    </p:set>
                                    <p:set>
                                      <p:cBhvr>
                                        <p:cTn id="21" dur="500" fill="hold"/>
                                        <p:tgtEl>
                                          <p:spTgt spid="4">
                                            <p:txEl>
                                              <p:pRg st="1" end="1"/>
                                            </p:txEl>
                                          </p:spTgt>
                                        </p:tgtEl>
                                        <p:attrNameLst>
                                          <p:attrName>fill.on</p:attrName>
                                        </p:attrNameLst>
                                      </p:cBhvr>
                                      <p:to>
                                        <p:strVal val="true"/>
                                      </p:to>
                                    </p:set>
                                  </p:childTnLst>
                                </p:cTn>
                              </p:par>
                              <p:par>
                                <p:cTn id="22" presetID="19" presetClass="emph" presetSubtype="0" fill="hold" nodeType="withEffect">
                                  <p:stCondLst>
                                    <p:cond delay="0"/>
                                  </p:stCondLst>
                                  <p:childTnLst>
                                    <p:animClr clrSpc="rgb" dir="cw">
                                      <p:cBhvr override="childStyle">
                                        <p:cTn id="23" dur="500" fill="hold"/>
                                        <p:tgtEl>
                                          <p:spTgt spid="4">
                                            <p:txEl>
                                              <p:pRg st="2" end="2"/>
                                            </p:txEl>
                                          </p:spTgt>
                                        </p:tgtEl>
                                        <p:attrNameLst>
                                          <p:attrName>style.color</p:attrName>
                                        </p:attrNameLst>
                                      </p:cBhvr>
                                      <p:to>
                                        <a:schemeClr val="accent2"/>
                                      </p:to>
                                    </p:animClr>
                                    <p:animClr clrSpc="rgb" dir="cw">
                                      <p:cBhvr>
                                        <p:cTn id="24" dur="500" fill="hold"/>
                                        <p:tgtEl>
                                          <p:spTgt spid="4">
                                            <p:txEl>
                                              <p:pRg st="2" end="2"/>
                                            </p:txEl>
                                          </p:spTgt>
                                        </p:tgtEl>
                                        <p:attrNameLst>
                                          <p:attrName>fillcolor</p:attrName>
                                        </p:attrNameLst>
                                      </p:cBhvr>
                                      <p:to>
                                        <a:schemeClr val="accent2"/>
                                      </p:to>
                                    </p:animClr>
                                    <p:set>
                                      <p:cBhvr>
                                        <p:cTn id="25" dur="500" fill="hold"/>
                                        <p:tgtEl>
                                          <p:spTgt spid="4">
                                            <p:txEl>
                                              <p:pRg st="2" end="2"/>
                                            </p:txEl>
                                          </p:spTgt>
                                        </p:tgtEl>
                                        <p:attrNameLst>
                                          <p:attrName>fill.type</p:attrName>
                                        </p:attrNameLst>
                                      </p:cBhvr>
                                      <p:to>
                                        <p:strVal val="solid"/>
                                      </p:to>
                                    </p:set>
                                    <p:set>
                                      <p:cBhvr>
                                        <p:cTn id="26" dur="500" fill="hold"/>
                                        <p:tgtEl>
                                          <p:spTgt spid="4">
                                            <p:txEl>
                                              <p:pRg st="2" end="2"/>
                                            </p:txEl>
                                          </p:spTgt>
                                        </p:tgtEl>
                                        <p:attrNameLst>
                                          <p:attrName>fill.on</p:attrName>
                                        </p:attrNameLst>
                                      </p:cBhvr>
                                      <p:to>
                                        <p:strVal val="true"/>
                                      </p:to>
                                    </p:set>
                                  </p:childTnLst>
                                </p:cTn>
                              </p:par>
                              <p:par>
                                <p:cTn id="27" presetID="19" presetClass="emph" presetSubtype="0" fill="hold" nodeType="withEffect">
                                  <p:stCondLst>
                                    <p:cond delay="0"/>
                                  </p:stCondLst>
                                  <p:childTnLst>
                                    <p:animClr clrSpc="rgb" dir="cw">
                                      <p:cBhvr override="childStyle">
                                        <p:cTn id="28" dur="500" fill="hold"/>
                                        <p:tgtEl>
                                          <p:spTgt spid="4">
                                            <p:txEl>
                                              <p:pRg st="3" end="3"/>
                                            </p:txEl>
                                          </p:spTgt>
                                        </p:tgtEl>
                                        <p:attrNameLst>
                                          <p:attrName>style.color</p:attrName>
                                        </p:attrNameLst>
                                      </p:cBhvr>
                                      <p:to>
                                        <a:schemeClr val="accent2"/>
                                      </p:to>
                                    </p:animClr>
                                    <p:animClr clrSpc="rgb" dir="cw">
                                      <p:cBhvr>
                                        <p:cTn id="29" dur="500" fill="hold"/>
                                        <p:tgtEl>
                                          <p:spTgt spid="4">
                                            <p:txEl>
                                              <p:pRg st="3" end="3"/>
                                            </p:txEl>
                                          </p:spTgt>
                                        </p:tgtEl>
                                        <p:attrNameLst>
                                          <p:attrName>fillcolor</p:attrName>
                                        </p:attrNameLst>
                                      </p:cBhvr>
                                      <p:to>
                                        <a:schemeClr val="accent2"/>
                                      </p:to>
                                    </p:animClr>
                                    <p:set>
                                      <p:cBhvr>
                                        <p:cTn id="30" dur="500" fill="hold"/>
                                        <p:tgtEl>
                                          <p:spTgt spid="4">
                                            <p:txEl>
                                              <p:pRg st="3" end="3"/>
                                            </p:txEl>
                                          </p:spTgt>
                                        </p:tgtEl>
                                        <p:attrNameLst>
                                          <p:attrName>fill.type</p:attrName>
                                        </p:attrNameLst>
                                      </p:cBhvr>
                                      <p:to>
                                        <p:strVal val="solid"/>
                                      </p:to>
                                    </p:set>
                                    <p:set>
                                      <p:cBhvr>
                                        <p:cTn id="31" dur="500" fill="hold"/>
                                        <p:tgtEl>
                                          <p:spTgt spid="4">
                                            <p:txEl>
                                              <p:pRg st="3" end="3"/>
                                            </p:txEl>
                                          </p:spTgt>
                                        </p:tgtEl>
                                        <p:attrNameLst>
                                          <p:attrName>fill.on</p:attrName>
                                        </p:attrNameLst>
                                      </p:cBhvr>
                                      <p:to>
                                        <p:strVal val="true"/>
                                      </p:to>
                                    </p:set>
                                  </p:childTnLst>
                                </p:cTn>
                              </p:par>
                              <p:par>
                                <p:cTn id="32" presetID="19" presetClass="emph" presetSubtype="0" fill="hold" nodeType="withEffect">
                                  <p:stCondLst>
                                    <p:cond delay="0"/>
                                  </p:stCondLst>
                                  <p:childTnLst>
                                    <p:animClr clrSpc="rgb" dir="cw">
                                      <p:cBhvr override="childStyle">
                                        <p:cTn id="33" dur="500" fill="hold"/>
                                        <p:tgtEl>
                                          <p:spTgt spid="4">
                                            <p:txEl>
                                              <p:pRg st="4" end="4"/>
                                            </p:txEl>
                                          </p:spTgt>
                                        </p:tgtEl>
                                        <p:attrNameLst>
                                          <p:attrName>style.color</p:attrName>
                                        </p:attrNameLst>
                                      </p:cBhvr>
                                      <p:to>
                                        <a:schemeClr val="accent2"/>
                                      </p:to>
                                    </p:animClr>
                                    <p:animClr clrSpc="rgb" dir="cw">
                                      <p:cBhvr>
                                        <p:cTn id="34" dur="500" fill="hold"/>
                                        <p:tgtEl>
                                          <p:spTgt spid="4">
                                            <p:txEl>
                                              <p:pRg st="4" end="4"/>
                                            </p:txEl>
                                          </p:spTgt>
                                        </p:tgtEl>
                                        <p:attrNameLst>
                                          <p:attrName>fillcolor</p:attrName>
                                        </p:attrNameLst>
                                      </p:cBhvr>
                                      <p:to>
                                        <a:schemeClr val="accent2"/>
                                      </p:to>
                                    </p:animClr>
                                    <p:set>
                                      <p:cBhvr>
                                        <p:cTn id="35" dur="500" fill="hold"/>
                                        <p:tgtEl>
                                          <p:spTgt spid="4">
                                            <p:txEl>
                                              <p:pRg st="4" end="4"/>
                                            </p:txEl>
                                          </p:spTgt>
                                        </p:tgtEl>
                                        <p:attrNameLst>
                                          <p:attrName>fill.type</p:attrName>
                                        </p:attrNameLst>
                                      </p:cBhvr>
                                      <p:to>
                                        <p:strVal val="solid"/>
                                      </p:to>
                                    </p:set>
                                    <p:set>
                                      <p:cBhvr>
                                        <p:cTn id="36" dur="500" fill="hold"/>
                                        <p:tgtEl>
                                          <p:spTgt spid="4">
                                            <p:txEl>
                                              <p:pRg st="4" end="4"/>
                                            </p:txEl>
                                          </p:spTgt>
                                        </p:tgtEl>
                                        <p:attrNameLst>
                                          <p:attrName>fill.on</p:attrName>
                                        </p:attrNameLst>
                                      </p:cBhvr>
                                      <p:to>
                                        <p:strVal val="true"/>
                                      </p:to>
                                    </p:set>
                                  </p:childTnLst>
                                </p:cTn>
                              </p:par>
                              <p:par>
                                <p:cTn id="37" presetID="19" presetClass="emph" presetSubtype="0" fill="hold" nodeType="withEffect">
                                  <p:stCondLst>
                                    <p:cond delay="0"/>
                                  </p:stCondLst>
                                  <p:childTnLst>
                                    <p:animClr clrSpc="rgb" dir="cw">
                                      <p:cBhvr override="childStyle">
                                        <p:cTn id="38" dur="500" fill="hold"/>
                                        <p:tgtEl>
                                          <p:spTgt spid="4">
                                            <p:txEl>
                                              <p:pRg st="5" end="5"/>
                                            </p:txEl>
                                          </p:spTgt>
                                        </p:tgtEl>
                                        <p:attrNameLst>
                                          <p:attrName>style.color</p:attrName>
                                        </p:attrNameLst>
                                      </p:cBhvr>
                                      <p:to>
                                        <a:schemeClr val="accent2"/>
                                      </p:to>
                                    </p:animClr>
                                    <p:animClr clrSpc="rgb" dir="cw">
                                      <p:cBhvr>
                                        <p:cTn id="39" dur="500" fill="hold"/>
                                        <p:tgtEl>
                                          <p:spTgt spid="4">
                                            <p:txEl>
                                              <p:pRg st="5" end="5"/>
                                            </p:txEl>
                                          </p:spTgt>
                                        </p:tgtEl>
                                        <p:attrNameLst>
                                          <p:attrName>fillcolor</p:attrName>
                                        </p:attrNameLst>
                                      </p:cBhvr>
                                      <p:to>
                                        <a:schemeClr val="accent2"/>
                                      </p:to>
                                    </p:animClr>
                                    <p:set>
                                      <p:cBhvr>
                                        <p:cTn id="40" dur="500" fill="hold"/>
                                        <p:tgtEl>
                                          <p:spTgt spid="4">
                                            <p:txEl>
                                              <p:pRg st="5" end="5"/>
                                            </p:txEl>
                                          </p:spTgt>
                                        </p:tgtEl>
                                        <p:attrNameLst>
                                          <p:attrName>fill.type</p:attrName>
                                        </p:attrNameLst>
                                      </p:cBhvr>
                                      <p:to>
                                        <p:strVal val="solid"/>
                                      </p:to>
                                    </p:set>
                                    <p:set>
                                      <p:cBhvr>
                                        <p:cTn id="41" dur="500" fill="hold"/>
                                        <p:tgtEl>
                                          <p:spTgt spid="4">
                                            <p:txEl>
                                              <p:pRg st="5" end="5"/>
                                            </p:txEl>
                                          </p:spTgt>
                                        </p:tgtEl>
                                        <p:attrNameLst>
                                          <p:attrName>fill.on</p:attrName>
                                        </p:attrNameLst>
                                      </p:cBhvr>
                                      <p:to>
                                        <p:strVal val="true"/>
                                      </p:to>
                                    </p:set>
                                  </p:childTnLst>
                                </p:cTn>
                              </p:par>
                              <p:par>
                                <p:cTn id="42" presetID="19" presetClass="emph" presetSubtype="0" fill="hold" nodeType="withEffect">
                                  <p:stCondLst>
                                    <p:cond delay="0"/>
                                  </p:stCondLst>
                                  <p:childTnLst>
                                    <p:animClr clrSpc="rgb" dir="cw">
                                      <p:cBhvr override="childStyle">
                                        <p:cTn id="43" dur="500" fill="hold"/>
                                        <p:tgtEl>
                                          <p:spTgt spid="4">
                                            <p:txEl>
                                              <p:pRg st="6" end="6"/>
                                            </p:txEl>
                                          </p:spTgt>
                                        </p:tgtEl>
                                        <p:attrNameLst>
                                          <p:attrName>style.color</p:attrName>
                                        </p:attrNameLst>
                                      </p:cBhvr>
                                      <p:to>
                                        <a:schemeClr val="accent2"/>
                                      </p:to>
                                    </p:animClr>
                                    <p:animClr clrSpc="rgb" dir="cw">
                                      <p:cBhvr>
                                        <p:cTn id="44" dur="500" fill="hold"/>
                                        <p:tgtEl>
                                          <p:spTgt spid="4">
                                            <p:txEl>
                                              <p:pRg st="6" end="6"/>
                                            </p:txEl>
                                          </p:spTgt>
                                        </p:tgtEl>
                                        <p:attrNameLst>
                                          <p:attrName>fillcolor</p:attrName>
                                        </p:attrNameLst>
                                      </p:cBhvr>
                                      <p:to>
                                        <a:schemeClr val="accent2"/>
                                      </p:to>
                                    </p:animClr>
                                    <p:set>
                                      <p:cBhvr>
                                        <p:cTn id="45" dur="500" fill="hold"/>
                                        <p:tgtEl>
                                          <p:spTgt spid="4">
                                            <p:txEl>
                                              <p:pRg st="6" end="6"/>
                                            </p:txEl>
                                          </p:spTgt>
                                        </p:tgtEl>
                                        <p:attrNameLst>
                                          <p:attrName>fill.type</p:attrName>
                                        </p:attrNameLst>
                                      </p:cBhvr>
                                      <p:to>
                                        <p:strVal val="solid"/>
                                      </p:to>
                                    </p:set>
                                    <p:set>
                                      <p:cBhvr>
                                        <p:cTn id="46" dur="500" fill="hold"/>
                                        <p:tgtEl>
                                          <p:spTgt spid="4">
                                            <p:txEl>
                                              <p:pRg st="6" end="6"/>
                                            </p:txEl>
                                          </p:spTgt>
                                        </p:tgtEl>
                                        <p:attrNameLst>
                                          <p:attrName>fill.on</p:attrName>
                                        </p:attrNameLst>
                                      </p:cBhvr>
                                      <p:to>
                                        <p:strVal val="true"/>
                                      </p:to>
                                    </p:set>
                                  </p:childTnLst>
                                </p:cTn>
                              </p:par>
                              <p:par>
                                <p:cTn id="47" presetID="19" presetClass="emph" presetSubtype="0" fill="hold" nodeType="withEffect">
                                  <p:stCondLst>
                                    <p:cond delay="0"/>
                                  </p:stCondLst>
                                  <p:childTnLst>
                                    <p:animClr clrSpc="rgb" dir="cw">
                                      <p:cBhvr override="childStyle">
                                        <p:cTn id="48" dur="500" fill="hold"/>
                                        <p:tgtEl>
                                          <p:spTgt spid="4">
                                            <p:txEl>
                                              <p:pRg st="7" end="7"/>
                                            </p:txEl>
                                          </p:spTgt>
                                        </p:tgtEl>
                                        <p:attrNameLst>
                                          <p:attrName>style.color</p:attrName>
                                        </p:attrNameLst>
                                      </p:cBhvr>
                                      <p:to>
                                        <a:schemeClr val="accent2"/>
                                      </p:to>
                                    </p:animClr>
                                    <p:animClr clrSpc="rgb" dir="cw">
                                      <p:cBhvr>
                                        <p:cTn id="49" dur="500" fill="hold"/>
                                        <p:tgtEl>
                                          <p:spTgt spid="4">
                                            <p:txEl>
                                              <p:pRg st="7" end="7"/>
                                            </p:txEl>
                                          </p:spTgt>
                                        </p:tgtEl>
                                        <p:attrNameLst>
                                          <p:attrName>fillcolor</p:attrName>
                                        </p:attrNameLst>
                                      </p:cBhvr>
                                      <p:to>
                                        <a:schemeClr val="accent2"/>
                                      </p:to>
                                    </p:animClr>
                                    <p:set>
                                      <p:cBhvr>
                                        <p:cTn id="50" dur="500" fill="hold"/>
                                        <p:tgtEl>
                                          <p:spTgt spid="4">
                                            <p:txEl>
                                              <p:pRg st="7" end="7"/>
                                            </p:txEl>
                                          </p:spTgt>
                                        </p:tgtEl>
                                        <p:attrNameLst>
                                          <p:attrName>fill.type</p:attrName>
                                        </p:attrNameLst>
                                      </p:cBhvr>
                                      <p:to>
                                        <p:strVal val="solid"/>
                                      </p:to>
                                    </p:set>
                                    <p:set>
                                      <p:cBhvr>
                                        <p:cTn id="51" dur="500" fill="hold"/>
                                        <p:tgtEl>
                                          <p:spTgt spid="4">
                                            <p:txEl>
                                              <p:pRg st="7" end="7"/>
                                            </p:txEl>
                                          </p:spTgt>
                                        </p:tgtEl>
                                        <p:attrNameLst>
                                          <p:attrName>fill.on</p:attrName>
                                        </p:attrNameLst>
                                      </p:cBhvr>
                                      <p:to>
                                        <p:strVal val="true"/>
                                      </p:to>
                                    </p:set>
                                  </p:childTnLst>
                                </p:cTn>
                              </p:par>
                              <p:par>
                                <p:cTn id="52" presetID="19" presetClass="emph" presetSubtype="0" fill="hold" nodeType="withEffect">
                                  <p:stCondLst>
                                    <p:cond delay="0"/>
                                  </p:stCondLst>
                                  <p:childTnLst>
                                    <p:animClr clrSpc="rgb" dir="cw">
                                      <p:cBhvr override="childStyle">
                                        <p:cTn id="53" dur="500" fill="hold"/>
                                        <p:tgtEl>
                                          <p:spTgt spid="4">
                                            <p:txEl>
                                              <p:pRg st="8" end="8"/>
                                            </p:txEl>
                                          </p:spTgt>
                                        </p:tgtEl>
                                        <p:attrNameLst>
                                          <p:attrName>style.color</p:attrName>
                                        </p:attrNameLst>
                                      </p:cBhvr>
                                      <p:to>
                                        <a:schemeClr val="accent2"/>
                                      </p:to>
                                    </p:animClr>
                                    <p:animClr clrSpc="rgb" dir="cw">
                                      <p:cBhvr>
                                        <p:cTn id="54" dur="500" fill="hold"/>
                                        <p:tgtEl>
                                          <p:spTgt spid="4">
                                            <p:txEl>
                                              <p:pRg st="8" end="8"/>
                                            </p:txEl>
                                          </p:spTgt>
                                        </p:tgtEl>
                                        <p:attrNameLst>
                                          <p:attrName>fillcolor</p:attrName>
                                        </p:attrNameLst>
                                      </p:cBhvr>
                                      <p:to>
                                        <a:schemeClr val="accent2"/>
                                      </p:to>
                                    </p:animClr>
                                    <p:set>
                                      <p:cBhvr>
                                        <p:cTn id="55" dur="500" fill="hold"/>
                                        <p:tgtEl>
                                          <p:spTgt spid="4">
                                            <p:txEl>
                                              <p:pRg st="8" end="8"/>
                                            </p:txEl>
                                          </p:spTgt>
                                        </p:tgtEl>
                                        <p:attrNameLst>
                                          <p:attrName>fill.type</p:attrName>
                                        </p:attrNameLst>
                                      </p:cBhvr>
                                      <p:to>
                                        <p:strVal val="solid"/>
                                      </p:to>
                                    </p:set>
                                    <p:set>
                                      <p:cBhvr>
                                        <p:cTn id="56" dur="500" fill="hold"/>
                                        <p:tgtEl>
                                          <p:spTgt spid="4">
                                            <p:txEl>
                                              <p:pRg st="8" end="8"/>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D495E168-DA5E-4888-8D8A-92B118324C14}" type="slidenum">
              <a:rPr lang="ru-RU" smtClean="0"/>
              <a:pPr/>
              <a:t>9</a:t>
            </a:fld>
            <a:endParaRPr lang="ru-RU" dirty="0"/>
          </a:p>
        </p:txBody>
      </p:sp>
      <p:sp>
        <p:nvSpPr>
          <p:cNvPr id="3" name="Title 2"/>
          <p:cNvSpPr>
            <a:spLocks noGrp="1"/>
          </p:cNvSpPr>
          <p:nvPr>
            <p:ph type="title"/>
          </p:nvPr>
        </p:nvSpPr>
        <p:spPr/>
        <p:txBody>
          <a:bodyPr/>
          <a:lstStyle/>
          <a:p>
            <a:r>
              <a:rPr lang="en-US" dirty="0"/>
              <a:t>About </a:t>
            </a:r>
            <a:r>
              <a:rPr lang="en-US" dirty="0" err="1"/>
              <a:t>Infoooze</a:t>
            </a:r>
            <a:endParaRPr lang="en-US" dirty="0"/>
          </a:p>
        </p:txBody>
      </p:sp>
      <p:sp>
        <p:nvSpPr>
          <p:cNvPr id="4" name="Text Placeholder 3"/>
          <p:cNvSpPr>
            <a:spLocks noGrp="1"/>
          </p:cNvSpPr>
          <p:nvPr>
            <p:ph type="body" sz="quarter" idx="13"/>
          </p:nvPr>
        </p:nvSpPr>
        <p:spPr>
          <a:xfrm>
            <a:off x="774032" y="3198228"/>
            <a:ext cx="2825496" cy="3420781"/>
          </a:xfrm>
        </p:spPr>
        <p:txBody>
          <a:bodyPr>
            <a:normAutofit fontScale="77500" lnSpcReduction="20000"/>
          </a:bodyPr>
          <a:lstStyle/>
          <a:p>
            <a:r>
              <a:rPr lang="en-US" dirty="0"/>
              <a:t>nfoooze is a powerful and user-friendly OSINT (Open-Source Intelligence) tool that allows you to quickly and easily gather information about a specific target. With </a:t>
            </a:r>
            <a:r>
              <a:rPr lang="en-US" dirty="0" err="1"/>
              <a:t>Infoooze</a:t>
            </a:r>
            <a:r>
              <a:rPr lang="en-US" dirty="0"/>
              <a:t>, you can easily search for information about websites, IP addresses, usernames, and more, all from the convenience of a simple command-line interface</a:t>
            </a:r>
            <a:r>
              <a:rPr lang="en-US" dirty="0" smtClean="0"/>
              <a:t>.</a:t>
            </a:r>
          </a:p>
          <a:p>
            <a:r>
              <a:rPr lang="en-US" dirty="0">
                <a:hlinkClick r:id="rId2"/>
              </a:rPr>
              <a:t>https://</a:t>
            </a:r>
            <a:r>
              <a:rPr lang="en-US" dirty="0" smtClean="0">
                <a:hlinkClick r:id="rId2"/>
              </a:rPr>
              <a:t>github.com/devXprite/infoooze</a:t>
            </a:r>
            <a:r>
              <a:rPr lang="en-US" dirty="0" smtClean="0"/>
              <a:t> </a:t>
            </a:r>
            <a:endParaRPr lang="en-US" dirty="0"/>
          </a:p>
        </p:txBody>
      </p:sp>
      <p:sp>
        <p:nvSpPr>
          <p:cNvPr id="5" name="Table Placeholder 4"/>
          <p:cNvSpPr>
            <a:spLocks noGrp="1"/>
          </p:cNvSpPr>
          <p:nvPr>
            <p:ph type="tbl" sz="quarter" idx="17"/>
          </p:nvPr>
        </p:nvSpPr>
        <p:spPr/>
      </p:sp>
    </p:spTree>
    <p:extLst>
      <p:ext uri="{BB962C8B-B14F-4D97-AF65-F5344CB8AC3E}">
        <p14:creationId xmlns:p14="http://schemas.microsoft.com/office/powerpoint/2010/main" val="1631734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2000" fill="hold"/>
                                        <p:tgtEl>
                                          <p:spTgt spid="3"/>
                                        </p:tgtEl>
                                        <p:attrNameLst>
                                          <p:attrName>style.color</p:attrName>
                                        </p:attrNameLst>
                                      </p:cBhvr>
                                      <p:to>
                                        <a:schemeClr val="accent2"/>
                                      </p:to>
                                    </p:animClr>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barn(inVertical)">
                                      <p:cBhvr>
                                        <p:cTn id="11" dur="500"/>
                                        <p:tgtEl>
                                          <p:spTgt spid="4">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barn(inVertical)">
                                      <p:cBhvr>
                                        <p:cTn id="16"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D495E168-DA5E-4888-8D8A-92B118324C14}" type="slidenum">
              <a:rPr lang="ru-RU" smtClean="0"/>
              <a:pPr/>
              <a:t>10</a:t>
            </a:fld>
            <a:endParaRPr lang="ru-RU" dirty="0"/>
          </a:p>
        </p:txBody>
      </p:sp>
      <p:sp>
        <p:nvSpPr>
          <p:cNvPr id="3" name="Title 2"/>
          <p:cNvSpPr>
            <a:spLocks noGrp="1"/>
          </p:cNvSpPr>
          <p:nvPr>
            <p:ph type="title"/>
          </p:nvPr>
        </p:nvSpPr>
        <p:spPr/>
        <p:txBody>
          <a:bodyPr/>
          <a:lstStyle/>
          <a:p>
            <a:r>
              <a:rPr lang="en-US" dirty="0" err="1"/>
              <a:t>Anony</a:t>
            </a:r>
            <a:r>
              <a:rPr lang="en-US" dirty="0"/>
              <a:t>-scanner</a:t>
            </a:r>
          </a:p>
        </p:txBody>
      </p:sp>
      <p:sp>
        <p:nvSpPr>
          <p:cNvPr id="4" name="Text Placeholder 3"/>
          <p:cNvSpPr>
            <a:spLocks noGrp="1"/>
          </p:cNvSpPr>
          <p:nvPr>
            <p:ph type="body" sz="quarter" idx="13"/>
          </p:nvPr>
        </p:nvSpPr>
        <p:spPr>
          <a:xfrm>
            <a:off x="774032" y="3198228"/>
            <a:ext cx="2825496" cy="1373772"/>
          </a:xfrm>
        </p:spPr>
        <p:txBody>
          <a:bodyPr>
            <a:normAutofit fontScale="92500" lnSpcReduction="20000"/>
          </a:bodyPr>
          <a:lstStyle/>
          <a:p>
            <a:r>
              <a:rPr lang="en-US" dirty="0" err="1"/>
              <a:t>Anony</a:t>
            </a:r>
            <a:r>
              <a:rPr lang="en-US" dirty="0"/>
              <a:t>-Scanner - </a:t>
            </a:r>
            <a:r>
              <a:rPr lang="en-US" dirty="0" err="1"/>
              <a:t>Pentest</a:t>
            </a:r>
            <a:r>
              <a:rPr lang="en-US" dirty="0"/>
              <a:t> the </a:t>
            </a:r>
            <a:r>
              <a:rPr lang="en-US" dirty="0" smtClean="0"/>
              <a:t>web</a:t>
            </a:r>
          </a:p>
          <a:p>
            <a:r>
              <a:rPr lang="en-US" dirty="0">
                <a:hlinkClick r:id="rId2"/>
              </a:rPr>
              <a:t>https://</a:t>
            </a:r>
            <a:r>
              <a:rPr lang="en-US" dirty="0" smtClean="0">
                <a:hlinkClick r:id="rId2"/>
              </a:rPr>
              <a:t>github.com/Anonynusman/Anony-scanner</a:t>
            </a:r>
            <a:r>
              <a:rPr lang="en-US" dirty="0" smtClean="0"/>
              <a:t> </a:t>
            </a:r>
            <a:endParaRPr lang="en-US" dirty="0"/>
          </a:p>
        </p:txBody>
      </p:sp>
      <p:sp>
        <p:nvSpPr>
          <p:cNvPr id="5" name="Table Placeholder 4"/>
          <p:cNvSpPr>
            <a:spLocks noGrp="1"/>
          </p:cNvSpPr>
          <p:nvPr>
            <p:ph type="tbl" sz="quarter" idx="17"/>
          </p:nvPr>
        </p:nvSpPr>
        <p:spPr/>
      </p:sp>
    </p:spTree>
    <p:extLst>
      <p:ext uri="{BB962C8B-B14F-4D97-AF65-F5344CB8AC3E}">
        <p14:creationId xmlns:p14="http://schemas.microsoft.com/office/powerpoint/2010/main" val="2645416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3"/>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circle(in)">
                                      <p:cBhvr>
                                        <p:cTn id="11" dur="2000"/>
                                        <p:tgtEl>
                                          <p:spTgt spid="4">
                                            <p:txEl>
                                              <p:pRg st="0" end="0"/>
                                            </p:txEl>
                                          </p:spTgt>
                                        </p:tgtEl>
                                      </p:cBhvr>
                                    </p:animEffect>
                                  </p:childTnLst>
                                </p:cTn>
                              </p:par>
                              <p:par>
                                <p:cTn id="12" presetID="6" presetClass="entr" presetSubtype="16" fill="hold" nodeType="with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circle(in)">
                                      <p:cBhvr>
                                        <p:cTn id="14"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D495E168-DA5E-4888-8D8A-92B118324C14}" type="slidenum">
              <a:rPr lang="ru-RU" smtClean="0"/>
              <a:pPr/>
              <a:t>11</a:t>
            </a:fld>
            <a:endParaRPr lang="ru-RU" dirty="0"/>
          </a:p>
        </p:txBody>
      </p:sp>
      <p:sp>
        <p:nvSpPr>
          <p:cNvPr id="3" name="Title 2"/>
          <p:cNvSpPr>
            <a:spLocks noGrp="1"/>
          </p:cNvSpPr>
          <p:nvPr>
            <p:ph type="title"/>
          </p:nvPr>
        </p:nvSpPr>
        <p:spPr/>
        <p:txBody>
          <a:bodyPr/>
          <a:lstStyle/>
          <a:p>
            <a:r>
              <a:rPr lang="en-US" dirty="0" err="1"/>
              <a:t>Fsociety</a:t>
            </a:r>
            <a:r>
              <a:rPr lang="en-US" dirty="0"/>
              <a:t> </a:t>
            </a:r>
          </a:p>
        </p:txBody>
      </p:sp>
      <p:sp>
        <p:nvSpPr>
          <p:cNvPr id="4" name="Text Placeholder 3"/>
          <p:cNvSpPr>
            <a:spLocks noGrp="1"/>
          </p:cNvSpPr>
          <p:nvPr>
            <p:ph type="body" sz="quarter" idx="13"/>
          </p:nvPr>
        </p:nvSpPr>
        <p:spPr>
          <a:xfrm>
            <a:off x="774032" y="3198228"/>
            <a:ext cx="2825496" cy="2537554"/>
          </a:xfrm>
        </p:spPr>
        <p:txBody>
          <a:bodyPr>
            <a:normAutofit fontScale="85000" lnSpcReduction="20000"/>
          </a:bodyPr>
          <a:lstStyle/>
          <a:p>
            <a:r>
              <a:rPr lang="en-US" dirty="0"/>
              <a:t>A Penetration Testing Framework, you will have every script that a hacker needs. Works with Python 2. For a Python 3 version see our updated version at </a:t>
            </a:r>
            <a:r>
              <a:rPr lang="en-US" dirty="0" err="1" smtClean="0"/>
              <a:t>fsociety</a:t>
            </a:r>
            <a:r>
              <a:rPr lang="en-US" dirty="0" smtClean="0"/>
              <a:t>-team/</a:t>
            </a:r>
            <a:r>
              <a:rPr lang="en-US" dirty="0" err="1" smtClean="0"/>
              <a:t>fsociety</a:t>
            </a:r>
            <a:endParaRPr lang="en-US" dirty="0" smtClean="0"/>
          </a:p>
          <a:p>
            <a:r>
              <a:rPr lang="en-US" dirty="0"/>
              <a:t>  </a:t>
            </a:r>
            <a:r>
              <a:rPr lang="en-US" dirty="0">
                <a:hlinkClick r:id="rId2"/>
              </a:rPr>
              <a:t>https://</a:t>
            </a:r>
            <a:r>
              <a:rPr lang="en-US" dirty="0" smtClean="0">
                <a:hlinkClick r:id="rId2"/>
              </a:rPr>
              <a:t>github.com/Manisso/fsociety</a:t>
            </a:r>
            <a:r>
              <a:rPr lang="en-US" dirty="0" smtClean="0"/>
              <a:t> </a:t>
            </a:r>
            <a:endParaRPr lang="en-US" dirty="0"/>
          </a:p>
        </p:txBody>
      </p:sp>
      <p:sp>
        <p:nvSpPr>
          <p:cNvPr id="5" name="Table Placeholder 4"/>
          <p:cNvSpPr>
            <a:spLocks noGrp="1"/>
          </p:cNvSpPr>
          <p:nvPr>
            <p:ph type="tbl" sz="quarter" idx="17"/>
          </p:nvPr>
        </p:nvSpPr>
        <p:spPr/>
      </p:sp>
    </p:spTree>
    <p:extLst>
      <p:ext uri="{BB962C8B-B14F-4D97-AF65-F5344CB8AC3E}">
        <p14:creationId xmlns:p14="http://schemas.microsoft.com/office/powerpoint/2010/main" val="4230614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xit" presetSubtype="0" fill="hold" grpId="0" nodeType="clickEffect">
                                  <p:stCondLst>
                                    <p:cond delay="0"/>
                                  </p:stCondLst>
                                  <p:childTnLst>
                                    <p:animEffect transition="out" filter="fade">
                                      <p:cBhvr>
                                        <p:cTn id="6" dur="2000"/>
                                        <p:tgtEl>
                                          <p:spTgt spid="3"/>
                                        </p:tgtEl>
                                      </p:cBhvr>
                                    </p:animEffect>
                                    <p:anim calcmode="lin" valueType="num">
                                      <p:cBhvr>
                                        <p:cTn id="7" dur="2000"/>
                                        <p:tgtEl>
                                          <p:spTgt spid="3"/>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2000"/>
                                        <p:tgtEl>
                                          <p:spTgt spid="3"/>
                                        </p:tgtEl>
                                        <p:attrNameLst>
                                          <p:attrName>ppt_h</p:attrName>
                                        </p:attrNameLst>
                                      </p:cBhvr>
                                      <p:tavLst>
                                        <p:tav tm="0">
                                          <p:val>
                                            <p:strVal val="ppt_h"/>
                                          </p:val>
                                        </p:tav>
                                        <p:tav tm="100000">
                                          <p:val>
                                            <p:strVal val="ppt_h"/>
                                          </p:val>
                                        </p:tav>
                                      </p:tavLst>
                                    </p:anim>
                                    <p:set>
                                      <p:cBhvr>
                                        <p:cTn id="9" dur="1" fill="hold">
                                          <p:stCondLst>
                                            <p:cond delay="1999"/>
                                          </p:stCondLst>
                                        </p:cTn>
                                        <p:tgtEl>
                                          <p:spTgt spid="3"/>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hidden"/>
                                      </p:to>
                                    </p:set>
                                  </p:childTnLst>
                                </p:cTn>
                              </p:par>
                              <p:par>
                                <p:cTn id="14" presetID="1" presetClass="exit" presetSubtype="0" fill="hold" nodeType="withEffect">
                                  <p:stCondLst>
                                    <p:cond delay="0"/>
                                  </p:stCondLst>
                                  <p:childTnLst>
                                    <p:set>
                                      <p:cBhvr>
                                        <p:cTn id="15" dur="1" fill="hold">
                                          <p:stCondLst>
                                            <p:cond delay="0"/>
                                          </p:stCondLst>
                                        </p:cTn>
                                        <p:tgtEl>
                                          <p:spTgt spid="4">
                                            <p:txEl>
                                              <p:pRg st="1" end="1"/>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D495E168-DA5E-4888-8D8A-92B118324C14}" type="slidenum">
              <a:rPr lang="ru-RU" smtClean="0"/>
              <a:pPr/>
              <a:t>12</a:t>
            </a:fld>
            <a:endParaRPr lang="ru-RU" dirty="0"/>
          </a:p>
        </p:txBody>
      </p:sp>
      <p:sp>
        <p:nvSpPr>
          <p:cNvPr id="3" name="Title 2"/>
          <p:cNvSpPr>
            <a:spLocks noGrp="1"/>
          </p:cNvSpPr>
          <p:nvPr>
            <p:ph type="title"/>
          </p:nvPr>
        </p:nvSpPr>
        <p:spPr/>
        <p:txBody>
          <a:bodyPr/>
          <a:lstStyle/>
          <a:p>
            <a:r>
              <a:rPr lang="en-US" dirty="0"/>
              <a:t>Knock</a:t>
            </a:r>
          </a:p>
        </p:txBody>
      </p:sp>
      <p:sp>
        <p:nvSpPr>
          <p:cNvPr id="4" name="Text Placeholder 3"/>
          <p:cNvSpPr>
            <a:spLocks noGrp="1"/>
          </p:cNvSpPr>
          <p:nvPr>
            <p:ph type="body" sz="quarter" idx="13"/>
          </p:nvPr>
        </p:nvSpPr>
        <p:spPr>
          <a:xfrm>
            <a:off x="774032" y="3198228"/>
            <a:ext cx="2825496" cy="2804144"/>
          </a:xfrm>
        </p:spPr>
        <p:txBody>
          <a:bodyPr>
            <a:normAutofit fontScale="92500" lnSpcReduction="20000"/>
          </a:bodyPr>
          <a:lstStyle/>
          <a:p>
            <a:r>
              <a:rPr lang="en-US" dirty="0" err="1"/>
              <a:t>Knockpy</a:t>
            </a:r>
            <a:r>
              <a:rPr lang="en-US" dirty="0"/>
              <a:t> is a portable and modular python3 tool designed to quickly enumerate subdomains on a target domain through passive reconnaissance and dictionary scan</a:t>
            </a:r>
            <a:r>
              <a:rPr lang="en-US" dirty="0" smtClean="0"/>
              <a:t>. </a:t>
            </a:r>
          </a:p>
          <a:p>
            <a:r>
              <a:rPr lang="en-US" dirty="0">
                <a:hlinkClick r:id="rId2"/>
              </a:rPr>
              <a:t>https://</a:t>
            </a:r>
            <a:r>
              <a:rPr lang="en-US" dirty="0" smtClean="0">
                <a:hlinkClick r:id="rId2"/>
              </a:rPr>
              <a:t>github.com/guelfoweb/knock</a:t>
            </a:r>
            <a:r>
              <a:rPr lang="en-US" dirty="0" smtClean="0"/>
              <a:t> </a:t>
            </a:r>
          </a:p>
          <a:p>
            <a:endParaRPr lang="en-US" dirty="0" smtClean="0"/>
          </a:p>
          <a:p>
            <a:endParaRPr lang="en-US" dirty="0" smtClean="0"/>
          </a:p>
          <a:p>
            <a:endParaRPr lang="en-US" dirty="0"/>
          </a:p>
        </p:txBody>
      </p:sp>
      <p:sp>
        <p:nvSpPr>
          <p:cNvPr id="5" name="Table Placeholder 4"/>
          <p:cNvSpPr>
            <a:spLocks noGrp="1"/>
          </p:cNvSpPr>
          <p:nvPr>
            <p:ph type="tbl" sz="quarter" idx="17"/>
          </p:nvPr>
        </p:nvSpPr>
        <p:spPr/>
      </p:sp>
    </p:spTree>
    <p:extLst>
      <p:ext uri="{BB962C8B-B14F-4D97-AF65-F5344CB8AC3E}">
        <p14:creationId xmlns:p14="http://schemas.microsoft.com/office/powerpoint/2010/main" val="3216627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 calcmode="lin" valueType="num">
                                      <p:cBhvr additive="base">
                                        <p:cTn id="14"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4">
                                            <p:txEl>
                                              <p:pRg st="0" end="0"/>
                                            </p:txEl>
                                          </p:spTgt>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4">
                                            <p:txEl>
                                              <p:pRg st="1" end="1"/>
                                            </p:txEl>
                                          </p:spTgt>
                                        </p:tgtEl>
                                        <p:attrNameLst>
                                          <p:attrName>style.visibility</p:attrName>
                                        </p:attrNameLst>
                                      </p:cBhvr>
                                      <p:to>
                                        <p:strVal val="visible"/>
                                      </p:to>
                                    </p:set>
                                    <p:anim calcmode="lin" valueType="num">
                                      <p:cBhvr additive="base">
                                        <p:cTn id="18"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D495E168-DA5E-4888-8D8A-92B118324C14}" type="slidenum">
              <a:rPr lang="ru-RU" smtClean="0"/>
              <a:pPr/>
              <a:t>13</a:t>
            </a:fld>
            <a:endParaRPr lang="ru-RU" dirty="0"/>
          </a:p>
        </p:txBody>
      </p:sp>
      <p:sp>
        <p:nvSpPr>
          <p:cNvPr id="3" name="Title 2"/>
          <p:cNvSpPr>
            <a:spLocks noGrp="1"/>
          </p:cNvSpPr>
          <p:nvPr>
            <p:ph type="title"/>
          </p:nvPr>
        </p:nvSpPr>
        <p:spPr/>
        <p:txBody>
          <a:bodyPr/>
          <a:lstStyle/>
          <a:p>
            <a:r>
              <a:rPr lang="en-US" dirty="0" err="1"/>
              <a:t>CamHacker</a:t>
            </a:r>
            <a:endParaRPr lang="en-US" dirty="0"/>
          </a:p>
        </p:txBody>
      </p:sp>
      <p:sp>
        <p:nvSpPr>
          <p:cNvPr id="4" name="Text Placeholder 3"/>
          <p:cNvSpPr>
            <a:spLocks noGrp="1"/>
          </p:cNvSpPr>
          <p:nvPr>
            <p:ph type="body" sz="quarter" idx="13"/>
          </p:nvPr>
        </p:nvSpPr>
        <p:spPr/>
        <p:txBody>
          <a:bodyPr>
            <a:normAutofit fontScale="77500" lnSpcReduction="20000"/>
          </a:bodyPr>
          <a:lstStyle/>
          <a:p>
            <a:r>
              <a:rPr lang="en-US" dirty="0" err="1"/>
              <a:t>CamHacker</a:t>
            </a:r>
            <a:r>
              <a:rPr lang="en-US" dirty="0"/>
              <a:t> is a phishing tool. It will generate a link. If anyone opens the link and permits camera access, his/her photo will be captured and sent to you</a:t>
            </a:r>
            <a:r>
              <a:rPr lang="en-US" dirty="0" smtClean="0"/>
              <a:t>!</a:t>
            </a:r>
          </a:p>
          <a:p>
            <a:r>
              <a:rPr lang="en-US" dirty="0">
                <a:hlinkClick r:id="rId2"/>
              </a:rPr>
              <a:t>https://</a:t>
            </a:r>
            <a:r>
              <a:rPr lang="en-US" dirty="0" smtClean="0">
                <a:hlinkClick r:id="rId2"/>
              </a:rPr>
              <a:t>github.com/KasRoudra/CamHackern</a:t>
            </a:r>
            <a:r>
              <a:rPr lang="en-US" dirty="0" smtClean="0"/>
              <a:t> </a:t>
            </a:r>
            <a:endParaRPr lang="en-US" dirty="0"/>
          </a:p>
        </p:txBody>
      </p:sp>
      <p:sp>
        <p:nvSpPr>
          <p:cNvPr id="5" name="Table Placeholder 4"/>
          <p:cNvSpPr>
            <a:spLocks noGrp="1"/>
          </p:cNvSpPr>
          <p:nvPr>
            <p:ph type="tbl" sz="quarter" idx="17"/>
          </p:nvPr>
        </p:nvSpPr>
        <p:spPr/>
      </p:sp>
    </p:spTree>
    <p:extLst>
      <p:ext uri="{BB962C8B-B14F-4D97-AF65-F5344CB8AC3E}">
        <p14:creationId xmlns:p14="http://schemas.microsoft.com/office/powerpoint/2010/main" val="240327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down)">
                                      <p:cBhvr>
                                        <p:cTn id="12" dur="500"/>
                                        <p:tgtEl>
                                          <p:spTgt spid="4">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wipe(down)">
                                      <p:cBhvr>
                                        <p:cTn id="15"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D495E168-DA5E-4888-8D8A-92B118324C14}" type="slidenum">
              <a:rPr lang="ru-RU" smtClean="0"/>
              <a:pPr/>
              <a:t>14</a:t>
            </a:fld>
            <a:endParaRPr lang="ru-RU" dirty="0"/>
          </a:p>
        </p:txBody>
      </p:sp>
      <p:sp>
        <p:nvSpPr>
          <p:cNvPr id="3" name="Title 2"/>
          <p:cNvSpPr>
            <a:spLocks noGrp="1"/>
          </p:cNvSpPr>
          <p:nvPr>
            <p:ph type="title"/>
          </p:nvPr>
        </p:nvSpPr>
        <p:spPr/>
        <p:txBody>
          <a:bodyPr/>
          <a:lstStyle/>
          <a:p>
            <a:r>
              <a:rPr lang="en-US" dirty="0" err="1"/>
              <a:t>PyPhisher</a:t>
            </a:r>
            <a:endParaRPr lang="en-US" dirty="0"/>
          </a:p>
        </p:txBody>
      </p:sp>
      <p:sp>
        <p:nvSpPr>
          <p:cNvPr id="4" name="Text Placeholder 3"/>
          <p:cNvSpPr>
            <a:spLocks noGrp="1"/>
          </p:cNvSpPr>
          <p:nvPr>
            <p:ph type="body" sz="quarter" idx="13"/>
          </p:nvPr>
        </p:nvSpPr>
        <p:spPr/>
        <p:txBody>
          <a:bodyPr>
            <a:normAutofit fontScale="92500" lnSpcReduction="10000"/>
          </a:bodyPr>
          <a:lstStyle/>
          <a:p>
            <a:r>
              <a:rPr lang="en-US" dirty="0"/>
              <a:t>Ultimate phishing tool in python. Includes popular websites like </a:t>
            </a:r>
            <a:r>
              <a:rPr lang="en-US" dirty="0" err="1"/>
              <a:t>facebook</a:t>
            </a:r>
            <a:r>
              <a:rPr lang="en-US" dirty="0"/>
              <a:t>, twitter, </a:t>
            </a:r>
            <a:r>
              <a:rPr lang="en-US" dirty="0" err="1"/>
              <a:t>instagram</a:t>
            </a:r>
            <a:r>
              <a:rPr lang="en-US" dirty="0"/>
              <a:t>, </a:t>
            </a:r>
            <a:r>
              <a:rPr lang="en-US" dirty="0" err="1"/>
              <a:t>github</a:t>
            </a:r>
            <a:r>
              <a:rPr lang="en-US" dirty="0"/>
              <a:t>, </a:t>
            </a:r>
            <a:r>
              <a:rPr lang="en-US" dirty="0" err="1"/>
              <a:t>reddit</a:t>
            </a:r>
            <a:r>
              <a:rPr lang="en-US" dirty="0"/>
              <a:t>, </a:t>
            </a:r>
            <a:r>
              <a:rPr lang="en-US" dirty="0" err="1"/>
              <a:t>gmail</a:t>
            </a:r>
            <a:r>
              <a:rPr lang="en-US" dirty="0"/>
              <a:t> and many others</a:t>
            </a:r>
            <a:r>
              <a:rPr lang="en-US" dirty="0" smtClean="0"/>
              <a:t>.  Use other tools also </a:t>
            </a:r>
          </a:p>
          <a:p>
            <a:endParaRPr lang="en-US" dirty="0"/>
          </a:p>
        </p:txBody>
      </p:sp>
      <p:sp>
        <p:nvSpPr>
          <p:cNvPr id="5" name="Table Placeholder 4"/>
          <p:cNvSpPr>
            <a:spLocks noGrp="1"/>
          </p:cNvSpPr>
          <p:nvPr>
            <p:ph type="tbl" sz="quarter" idx="17"/>
          </p:nvPr>
        </p:nvSpPr>
        <p:spPr/>
      </p:sp>
      <p:sp>
        <p:nvSpPr>
          <p:cNvPr id="6" name="Rectangle 5"/>
          <p:cNvSpPr/>
          <p:nvPr/>
        </p:nvSpPr>
        <p:spPr>
          <a:xfrm>
            <a:off x="312021" y="5308138"/>
            <a:ext cx="4403770" cy="369332"/>
          </a:xfrm>
          <a:prstGeom prst="rect">
            <a:avLst/>
          </a:prstGeom>
        </p:spPr>
        <p:txBody>
          <a:bodyPr wrap="none">
            <a:spAutoFit/>
          </a:bodyPr>
          <a:lstStyle/>
          <a:p>
            <a:r>
              <a:rPr lang="en-US" dirty="0">
                <a:hlinkClick r:id="rId2"/>
              </a:rPr>
              <a:t>https://</a:t>
            </a:r>
            <a:r>
              <a:rPr lang="en-US" dirty="0" smtClean="0">
                <a:hlinkClick r:id="rId2"/>
              </a:rPr>
              <a:t>github.com/KasRoudra/PyPhisher</a:t>
            </a:r>
            <a:r>
              <a:rPr lang="en-US" dirty="0" smtClean="0"/>
              <a:t> </a:t>
            </a:r>
            <a:endParaRPr lang="en-US" dirty="0"/>
          </a:p>
        </p:txBody>
      </p:sp>
      <p:sp>
        <p:nvSpPr>
          <p:cNvPr id="7" name="Rectangle 6"/>
          <p:cNvSpPr/>
          <p:nvPr/>
        </p:nvSpPr>
        <p:spPr>
          <a:xfrm>
            <a:off x="5053445" y="1911017"/>
            <a:ext cx="6096000" cy="1754326"/>
          </a:xfrm>
          <a:prstGeom prst="rect">
            <a:avLst/>
          </a:prstGeom>
        </p:spPr>
        <p:txBody>
          <a:bodyPr>
            <a:spAutoFit/>
          </a:bodyPr>
          <a:lstStyle/>
          <a:p>
            <a:r>
              <a:rPr lang="en-US" dirty="0" err="1">
                <a:solidFill>
                  <a:srgbClr val="FF0000"/>
                </a:solidFill>
              </a:rPr>
              <a:t>git</a:t>
            </a:r>
            <a:r>
              <a:rPr lang="en-US" dirty="0">
                <a:solidFill>
                  <a:srgbClr val="FF0000"/>
                </a:solidFill>
              </a:rPr>
              <a:t> clone https://github.com/capture0x/XSS-LOADER/</a:t>
            </a:r>
          </a:p>
          <a:p>
            <a:r>
              <a:rPr lang="en-US" dirty="0">
                <a:solidFill>
                  <a:srgbClr val="FF0000"/>
                </a:solidFill>
              </a:rPr>
              <a:t>cd XSS-LOADER</a:t>
            </a:r>
          </a:p>
          <a:p>
            <a:r>
              <a:rPr lang="en-US" dirty="0" err="1">
                <a:solidFill>
                  <a:srgbClr val="FF0000"/>
                </a:solidFill>
              </a:rPr>
              <a:t>chmd</a:t>
            </a:r>
            <a:r>
              <a:rPr lang="en-US" dirty="0">
                <a:solidFill>
                  <a:srgbClr val="FF0000"/>
                </a:solidFill>
              </a:rPr>
              <a:t> +x *</a:t>
            </a:r>
          </a:p>
          <a:p>
            <a:r>
              <a:rPr lang="en-US" dirty="0" err="1">
                <a:solidFill>
                  <a:srgbClr val="FF0000"/>
                </a:solidFill>
              </a:rPr>
              <a:t>sudo</a:t>
            </a:r>
            <a:r>
              <a:rPr lang="en-US" dirty="0">
                <a:solidFill>
                  <a:srgbClr val="FF0000"/>
                </a:solidFill>
              </a:rPr>
              <a:t> pip3 install -r requirements.txt</a:t>
            </a:r>
          </a:p>
          <a:p>
            <a:r>
              <a:rPr lang="en-US" dirty="0">
                <a:solidFill>
                  <a:srgbClr val="FF0000"/>
                </a:solidFill>
              </a:rPr>
              <a:t>python3 payloader.py </a:t>
            </a:r>
            <a:r>
              <a:rPr lang="en-US" dirty="0" smtClean="0">
                <a:solidFill>
                  <a:srgbClr val="FF0000"/>
                </a:solidFill>
              </a:rPr>
              <a:t>–h</a:t>
            </a:r>
          </a:p>
          <a:p>
            <a:r>
              <a:rPr lang="en-US" dirty="0">
                <a:solidFill>
                  <a:srgbClr val="FF0000"/>
                </a:solidFill>
                <a:hlinkClick r:id="rId3"/>
              </a:rPr>
              <a:t>https://www.httrack.com</a:t>
            </a:r>
            <a:r>
              <a:rPr lang="en-US" dirty="0" smtClean="0">
                <a:solidFill>
                  <a:srgbClr val="FF0000"/>
                </a:solidFill>
                <a:hlinkClick r:id="rId3"/>
              </a:rPr>
              <a:t>/</a:t>
            </a:r>
            <a:r>
              <a:rPr lang="en-US" dirty="0" smtClean="0">
                <a:solidFill>
                  <a:srgbClr val="FF0000"/>
                </a:solidFill>
              </a:rPr>
              <a:t> </a:t>
            </a:r>
            <a:endParaRPr lang="en-US" dirty="0">
              <a:solidFill>
                <a:srgbClr val="FF0000"/>
              </a:solidFill>
            </a:endParaRPr>
          </a:p>
        </p:txBody>
      </p:sp>
    </p:spTree>
    <p:extLst>
      <p:ext uri="{BB962C8B-B14F-4D97-AF65-F5344CB8AC3E}">
        <p14:creationId xmlns:p14="http://schemas.microsoft.com/office/powerpoint/2010/main" val="392372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barn(inVertical)">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heel(1)">
                                      <p:cBhvr>
                                        <p:cTn id="1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Placeholder 22" descr="Low Angle View of Office Building Against Blue Sky">
            <a:extLst>
              <a:ext uri="{FF2B5EF4-FFF2-40B4-BE49-F238E27FC236}">
                <a16:creationId xmlns:a16="http://schemas.microsoft.com/office/drawing/2014/main" xmlns="" id="{40946D55-3A70-4E32-99AB-8D71063AAEDE}"/>
              </a:ext>
            </a:extLst>
          </p:cNvPr>
          <p:cNvPicPr>
            <a:picLocks noGrp="1" noChangeAspect="1"/>
          </p:cNvPicPr>
          <p:nvPr>
            <p:ph type="pic" sz="quarter" idx="26"/>
          </p:nvPr>
        </p:nvPicPr>
        <p:blipFill rotWithShape="1">
          <a:blip r:embed="rId2"/>
          <a:srcRect l="2749" r="2749"/>
          <a:stretch/>
        </p:blipFill>
        <p:spPr/>
      </p:pic>
      <p:sp>
        <p:nvSpPr>
          <p:cNvPr id="2" name="Title 1">
            <a:extLst>
              <a:ext uri="{FF2B5EF4-FFF2-40B4-BE49-F238E27FC236}">
                <a16:creationId xmlns:a16="http://schemas.microsoft.com/office/drawing/2014/main" xmlns="" id="{D110F751-9975-4653-9855-BA1C7499B75F}"/>
              </a:ext>
            </a:extLst>
          </p:cNvPr>
          <p:cNvSpPr>
            <a:spLocks noGrp="1"/>
          </p:cNvSpPr>
          <p:nvPr>
            <p:ph type="title"/>
          </p:nvPr>
        </p:nvSpPr>
        <p:spPr/>
        <p:txBody>
          <a:bodyPr/>
          <a:lstStyle/>
          <a:p>
            <a:r>
              <a:rPr lang="en-US" dirty="0"/>
              <a:t>THANK</a:t>
            </a:r>
            <a:br>
              <a:rPr lang="en-US" dirty="0"/>
            </a:br>
            <a:r>
              <a:rPr lang="en-US" dirty="0"/>
              <a:t>YOU!</a:t>
            </a:r>
            <a:endParaRPr lang="ru-RU" dirty="0"/>
          </a:p>
        </p:txBody>
      </p:sp>
      <p:sp>
        <p:nvSpPr>
          <p:cNvPr id="3" name="Text Placeholder 2">
            <a:extLst>
              <a:ext uri="{FF2B5EF4-FFF2-40B4-BE49-F238E27FC236}">
                <a16:creationId xmlns:a16="http://schemas.microsoft.com/office/drawing/2014/main" xmlns="" id="{83BBFE92-CA4F-4673-B4D5-7FFF88E819E8}"/>
              </a:ext>
            </a:extLst>
          </p:cNvPr>
          <p:cNvSpPr>
            <a:spLocks noGrp="1"/>
          </p:cNvSpPr>
          <p:nvPr>
            <p:ph type="body" sz="quarter" idx="13"/>
          </p:nvPr>
        </p:nvSpPr>
        <p:spPr/>
        <p:txBody>
          <a:bodyPr/>
          <a:lstStyle/>
          <a:p>
            <a:r>
              <a:rPr lang="en-US" dirty="0"/>
              <a:t>Alexander</a:t>
            </a:r>
            <a:br>
              <a:rPr lang="en-US" dirty="0"/>
            </a:br>
            <a:r>
              <a:rPr lang="en-US" dirty="0"/>
              <a:t>Martensson</a:t>
            </a:r>
            <a:endParaRPr lang="ru-RU" dirty="0"/>
          </a:p>
        </p:txBody>
      </p:sp>
      <p:sp>
        <p:nvSpPr>
          <p:cNvPr id="7" name="Text Placeholder 6">
            <a:extLst>
              <a:ext uri="{FF2B5EF4-FFF2-40B4-BE49-F238E27FC236}">
                <a16:creationId xmlns:a16="http://schemas.microsoft.com/office/drawing/2014/main" xmlns="" id="{422606DA-F5C0-4FBD-930A-04C47E7F7751}"/>
              </a:ext>
            </a:extLst>
          </p:cNvPr>
          <p:cNvSpPr>
            <a:spLocks noGrp="1"/>
          </p:cNvSpPr>
          <p:nvPr>
            <p:ph type="body" sz="quarter" idx="23"/>
          </p:nvPr>
        </p:nvSpPr>
        <p:spPr/>
        <p:txBody>
          <a:bodyPr/>
          <a:lstStyle/>
          <a:p>
            <a:r>
              <a:rPr lang="en-US" dirty="0"/>
              <a:t>Phone</a:t>
            </a:r>
            <a:endParaRPr lang="ru-RU" dirty="0"/>
          </a:p>
        </p:txBody>
      </p:sp>
      <p:sp>
        <p:nvSpPr>
          <p:cNvPr id="6" name="Text Placeholder 5">
            <a:extLst>
              <a:ext uri="{FF2B5EF4-FFF2-40B4-BE49-F238E27FC236}">
                <a16:creationId xmlns:a16="http://schemas.microsoft.com/office/drawing/2014/main" xmlns="" id="{E976F3E4-0E67-4891-8B94-6441620D8B71}"/>
              </a:ext>
            </a:extLst>
          </p:cNvPr>
          <p:cNvSpPr>
            <a:spLocks noGrp="1"/>
          </p:cNvSpPr>
          <p:nvPr>
            <p:ph type="body" sz="quarter" idx="22"/>
          </p:nvPr>
        </p:nvSpPr>
        <p:spPr/>
        <p:txBody>
          <a:bodyPr/>
          <a:lstStyle/>
          <a:p>
            <a:r>
              <a:rPr lang="en-US" dirty="0"/>
              <a:t>678-555-0128</a:t>
            </a:r>
            <a:endParaRPr lang="ru-RU" dirty="0"/>
          </a:p>
        </p:txBody>
      </p:sp>
      <p:sp>
        <p:nvSpPr>
          <p:cNvPr id="9" name="Text Placeholder 8">
            <a:extLst>
              <a:ext uri="{FF2B5EF4-FFF2-40B4-BE49-F238E27FC236}">
                <a16:creationId xmlns:a16="http://schemas.microsoft.com/office/drawing/2014/main" xmlns="" id="{AE673424-1521-4ECB-BC19-D062786A9ED3}"/>
              </a:ext>
            </a:extLst>
          </p:cNvPr>
          <p:cNvSpPr>
            <a:spLocks noGrp="1"/>
          </p:cNvSpPr>
          <p:nvPr>
            <p:ph type="body" sz="quarter" idx="25"/>
          </p:nvPr>
        </p:nvSpPr>
        <p:spPr/>
        <p:txBody>
          <a:bodyPr/>
          <a:lstStyle/>
          <a:p>
            <a:r>
              <a:rPr lang="en-US" dirty="0"/>
              <a:t>Email</a:t>
            </a:r>
            <a:endParaRPr lang="ru-RU" dirty="0"/>
          </a:p>
        </p:txBody>
      </p:sp>
      <p:sp>
        <p:nvSpPr>
          <p:cNvPr id="8" name="Text Placeholder 7">
            <a:extLst>
              <a:ext uri="{FF2B5EF4-FFF2-40B4-BE49-F238E27FC236}">
                <a16:creationId xmlns:a16="http://schemas.microsoft.com/office/drawing/2014/main" xmlns="" id="{1E9D6192-3994-44C6-93B4-D248EEE931D9}"/>
              </a:ext>
            </a:extLst>
          </p:cNvPr>
          <p:cNvSpPr>
            <a:spLocks noGrp="1"/>
          </p:cNvSpPr>
          <p:nvPr>
            <p:ph type="body" sz="quarter" idx="24"/>
          </p:nvPr>
        </p:nvSpPr>
        <p:spPr/>
        <p:txBody>
          <a:bodyPr/>
          <a:lstStyle/>
          <a:p>
            <a:r>
              <a:rPr lang="en-US" dirty="0"/>
              <a:t>martensson@example.com</a:t>
            </a:r>
            <a:endParaRPr lang="ru-RU" dirty="0"/>
          </a:p>
        </p:txBody>
      </p:sp>
    </p:spTree>
    <p:extLst>
      <p:ext uri="{BB962C8B-B14F-4D97-AF65-F5344CB8AC3E}">
        <p14:creationId xmlns:p14="http://schemas.microsoft.com/office/powerpoint/2010/main" val="231420151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25">
      <a:dk1>
        <a:sysClr val="windowText" lastClr="000000"/>
      </a:dk1>
      <a:lt1>
        <a:sysClr val="window" lastClr="FFFFFF"/>
      </a:lt1>
      <a:dk2>
        <a:srgbClr val="FFCD00"/>
      </a:dk2>
      <a:lt2>
        <a:srgbClr val="00AEDE"/>
      </a:lt2>
      <a:accent1>
        <a:srgbClr val="002E62"/>
      </a:accent1>
      <a:accent2>
        <a:srgbClr val="004CB9"/>
      </a:accent2>
      <a:accent3>
        <a:srgbClr val="FF9D00"/>
      </a:accent3>
      <a:accent4>
        <a:srgbClr val="57A773"/>
      </a:accent4>
      <a:accent5>
        <a:srgbClr val="D11149"/>
      </a:accent5>
      <a:accent6>
        <a:srgbClr val="00111F"/>
      </a:accent6>
      <a:hlink>
        <a:srgbClr val="FFFFFF"/>
      </a:hlink>
      <a:folHlink>
        <a:srgbClr val="FFFFFF"/>
      </a:folHlink>
    </a:clrScheme>
    <a:fontScheme name="Custom 22">
      <a:majorFont>
        <a:latin typeface="Verdana"/>
        <a:ea typeface=""/>
        <a:cs typeface=""/>
      </a:majorFont>
      <a:minorFont>
        <a:latin typeface="Lucida Grand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12700"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NBPL_GeneralDesign02_MO - v4" id="{6FF23145-4007-4574-94C2-B80E45F46FD9}" vid="{0FB396FC-CF2E-452A-9B17-DA6C73B135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10" ma:contentTypeDescription="Create a new document." ma:contentTypeScope="" ma:versionID="e3b47856d4cf355c0dacb39e1084d14f">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845a615265fdb1f7b12cc65ac20ecbd"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7" nillable="true" ma:displayName="MediaServiceAutoTags" ma:internalName="MediaServiceAutoTag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47A0EF5-23A9-4627-BC46-745B7DD804D2}">
  <ds:schemaRefs>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8C5154C8-4BB5-43F2-9F6C-5E79271A0D50}">
  <ds:schemaRefs>
    <ds:schemaRef ds:uri="http://schemas.microsoft.com/sharepoint/v3/contenttype/forms"/>
  </ds:schemaRefs>
</ds:datastoreItem>
</file>

<file path=customXml/itemProps3.xml><?xml version="1.0" encoding="utf-8"?>
<ds:datastoreItem xmlns:ds="http://schemas.openxmlformats.org/officeDocument/2006/customXml" ds:itemID="{F2807890-83DC-4772-9CAD-F7CB30099A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Universal presentation</Template>
  <TotalTime>0</TotalTime>
  <Words>604</Words>
  <Application>Microsoft Office PowerPoint</Application>
  <PresentationFormat>Widescreen</PresentationFormat>
  <Paragraphs>105</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 Unicode MS</vt:lpstr>
      <vt:lpstr>Arial</vt:lpstr>
      <vt:lpstr>Calibri</vt:lpstr>
      <vt:lpstr>Lucida Grande</vt:lpstr>
      <vt:lpstr>Verdana</vt:lpstr>
      <vt:lpstr>Wingdings</vt:lpstr>
      <vt:lpstr>Office Theme</vt:lpstr>
      <vt:lpstr>PRESENTATION of Ethical Hacking Tools </vt:lpstr>
      <vt:lpstr>What is F-Droid?</vt:lpstr>
      <vt:lpstr>NSLOOKUP</vt:lpstr>
      <vt:lpstr>Scans That You Can Perform Using RED HAWK :</vt:lpstr>
      <vt:lpstr>GoldenEye</vt:lpstr>
      <vt:lpstr>nikto</vt:lpstr>
      <vt:lpstr>sqlmap  </vt:lpstr>
      <vt:lpstr>Nmap vulners</vt:lpstr>
      <vt:lpstr>About Infoooze</vt:lpstr>
      <vt:lpstr>Anony-scanner</vt:lpstr>
      <vt:lpstr>Fsociety </vt:lpstr>
      <vt:lpstr>Knock</vt:lpstr>
      <vt:lpstr>CamHacker</vt:lpstr>
      <vt:lpstr>PyPhisher</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2023-03-24T10:41:15Z</dcterms:created>
  <dcterms:modified xsi:type="dcterms:W3CDTF">2023-03-24T11:41:41Z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